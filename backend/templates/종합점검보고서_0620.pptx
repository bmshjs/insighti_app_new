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3" r:id="rId1"/>
  </p:sldMasterIdLst>
  <p:notesMasterIdLst>
    <p:notesMasterId r:id="rId8"/>
  </p:notesMasterIdLst>
  <p:sldIdLst>
    <p:sldId id="272" r:id="rId2"/>
    <p:sldId id="290" r:id="rId3"/>
    <p:sldId id="291" r:id="rId4"/>
    <p:sldId id="280" r:id="rId5"/>
    <p:sldId id="282" r:id="rId6"/>
    <p:sldId id="289" r:id="rId7"/>
  </p:sldIdLst>
  <p:sldSz cx="10083800" cy="14262100"/>
  <p:notesSz cx="6889750" cy="9671050"/>
  <p:embeddedFontLst>
    <p:embeddedFont>
      <p:font typeface="Noto Sans KR Black" panose="020B0200000000000000" pitchFamily="50" charset="-127"/>
      <p:bold r:id="rId9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3" autoAdjust="0"/>
    <p:restoredTop sz="96121" autoAdjust="0"/>
  </p:normalViewPr>
  <p:slideViewPr>
    <p:cSldViewPr>
      <p:cViewPr>
        <p:scale>
          <a:sx n="75" d="100"/>
          <a:sy n="75" d="100"/>
        </p:scale>
        <p:origin x="860" y="-40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485232"/>
          </a:xfrm>
          <a:prstGeom prst="rect">
            <a:avLst/>
          </a:prstGeom>
        </p:spPr>
        <p:txBody>
          <a:bodyPr vert="horz" lIns="94631" tIns="47316" rIns="94631" bIns="47316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485232"/>
          </a:xfrm>
          <a:prstGeom prst="rect">
            <a:avLst/>
          </a:prstGeom>
        </p:spPr>
        <p:txBody>
          <a:bodyPr vert="horz" lIns="94631" tIns="47316" rIns="94631" bIns="47316"/>
          <a:lstStyle>
            <a:lvl1pPr algn="r">
              <a:defRPr sz="1200"/>
            </a:lvl1pPr>
          </a:lstStyle>
          <a:p>
            <a:pPr lvl="0">
              <a:defRPr/>
            </a:pPr>
            <a:fld id="{BA63F5F3-1CDA-45C3-A75D-5C42040F18CD}" type="datetime1">
              <a:rPr lang="ko-KR" altLang="en-US"/>
              <a:pPr lvl="0">
                <a:defRPr/>
              </a:pPr>
              <a:t>2026-07-06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1208088"/>
            <a:ext cx="2308225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1" tIns="47316" rIns="94631" bIns="47316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654193"/>
            <a:ext cx="5511800" cy="3807976"/>
          </a:xfrm>
          <a:prstGeom prst="rect">
            <a:avLst/>
          </a:prstGeom>
        </p:spPr>
        <p:txBody>
          <a:bodyPr vert="horz" lIns="94631" tIns="47316" rIns="94631" bIns="47316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5558" cy="485231"/>
          </a:xfrm>
          <a:prstGeom prst="rect">
            <a:avLst/>
          </a:prstGeom>
        </p:spPr>
        <p:txBody>
          <a:bodyPr vert="horz" lIns="94631" tIns="47316" rIns="94631" bIns="47316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7" y="9185820"/>
            <a:ext cx="2985558" cy="485231"/>
          </a:xfrm>
          <a:prstGeom prst="rect">
            <a:avLst/>
          </a:prstGeom>
        </p:spPr>
        <p:txBody>
          <a:bodyPr vert="horz" lIns="94631" tIns="47316" rIns="94631" bIns="47316" anchor="b"/>
          <a:lstStyle>
            <a:lvl1pPr algn="r">
              <a:defRPr sz="1200"/>
            </a:lvl1pPr>
          </a:lstStyle>
          <a:p>
            <a:pPr lvl="0">
              <a:defRPr/>
            </a:pPr>
            <a:fld id="{DAB0A2B8-DD90-45A3-B521-8C5F3976B39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DAB0A2B8-DD90-45A3-B521-8C5F3976B39E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748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DAB0A2B8-DD90-45A3-B521-8C5F3976B39E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484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jpeg"/><Relationship Id="rId4" Type="http://schemas.openxmlformats.org/officeDocument/2006/relationships/image" Target="../media/image20.png"/><Relationship Id="rId9" Type="http://schemas.openxmlformats.org/officeDocument/2006/relationships/image" Target="../media/image2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8.jpg"/><Relationship Id="rId4" Type="http://schemas.openxmlformats.org/officeDocument/2006/relationships/image" Target="../media/image20.png"/><Relationship Id="rId9" Type="http://schemas.openxmlformats.org/officeDocument/2006/relationships/image" Target="../media/image2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3958" y="13275076"/>
            <a:ext cx="1981146" cy="1865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358" y="13278444"/>
            <a:ext cx="1749968" cy="19005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725308" y="13278444"/>
            <a:ext cx="315731" cy="149299"/>
            <a:chOff x="2121209" y="10239397"/>
            <a:chExt cx="245745" cy="116205"/>
          </a:xfrm>
        </p:grpSpPr>
        <p:sp>
          <p:nvSpPr>
            <p:cNvPr id="12" name="object 12"/>
            <p:cNvSpPr/>
            <p:nvPr/>
          </p:nvSpPr>
          <p:spPr>
            <a:xfrm>
              <a:off x="2121209" y="10239397"/>
              <a:ext cx="11430" cy="114300"/>
            </a:xfrm>
            <a:custGeom>
              <a:avLst/>
              <a:gdLst/>
              <a:ahLst/>
              <a:cxnLst/>
              <a:rect l="l" t="t" r="r" b="b"/>
              <a:pathLst>
                <a:path w="11430" h="114300">
                  <a:moveTo>
                    <a:pt x="11194" y="114061"/>
                  </a:moveTo>
                  <a:lnTo>
                    <a:pt x="0" y="114061"/>
                  </a:lnTo>
                  <a:lnTo>
                    <a:pt x="0" y="0"/>
                  </a:lnTo>
                  <a:lnTo>
                    <a:pt x="11194" y="0"/>
                  </a:lnTo>
                  <a:lnTo>
                    <a:pt x="11194" y="11406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313">
                <a:latin typeface="+mn-ea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5853" y="10247417"/>
              <a:ext cx="210694" cy="107823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106105" y="13276368"/>
            <a:ext cx="803604" cy="151747"/>
            <a:chOff x="2417598" y="10237782"/>
            <a:chExt cx="625475" cy="11811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7598" y="10237782"/>
              <a:ext cx="197272" cy="1176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6315" y="10238395"/>
              <a:ext cx="406186" cy="116845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B734AC7-AF2A-1644-8382-171E23A17CCC}"/>
              </a:ext>
            </a:extLst>
          </p:cNvPr>
          <p:cNvGrpSpPr/>
          <p:nvPr/>
        </p:nvGrpSpPr>
        <p:grpSpPr>
          <a:xfrm>
            <a:off x="23273" y="3052938"/>
            <a:ext cx="10037254" cy="9670759"/>
            <a:chOff x="1" y="3314626"/>
            <a:chExt cx="10037254" cy="9670759"/>
          </a:xfrm>
        </p:grpSpPr>
        <p:grpSp>
          <p:nvGrpSpPr>
            <p:cNvPr id="2" name="object 2"/>
            <p:cNvGrpSpPr/>
            <p:nvPr/>
          </p:nvGrpSpPr>
          <p:grpSpPr>
            <a:xfrm>
              <a:off x="1" y="3314626"/>
              <a:ext cx="10037254" cy="9670759"/>
              <a:chOff x="11430" y="2496203"/>
              <a:chExt cx="7802031" cy="7527115"/>
            </a:xfrm>
          </p:grpSpPr>
          <p:pic>
            <p:nvPicPr>
              <p:cNvPr id="3" name="object 3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430" y="4243389"/>
                <a:ext cx="5793840" cy="5779865"/>
              </a:xfrm>
              <a:prstGeom prst="rect">
                <a:avLst/>
              </a:prstGeom>
            </p:spPr>
          </p:pic>
          <p:pic>
            <p:nvPicPr>
              <p:cNvPr id="4" name="object 4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443774" y="7784946"/>
                <a:ext cx="1305364" cy="1515395"/>
              </a:xfrm>
              <a:prstGeom prst="rect">
                <a:avLst/>
              </a:prstGeom>
            </p:spPr>
          </p:pic>
          <p:pic>
            <p:nvPicPr>
              <p:cNvPr id="5" name="object 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3152180" y="8507859"/>
                <a:ext cx="1305364" cy="1515395"/>
              </a:xfrm>
              <a:prstGeom prst="rect">
                <a:avLst/>
              </a:prstGeom>
            </p:spPr>
          </p:pic>
          <p:pic>
            <p:nvPicPr>
              <p:cNvPr id="6" name="object 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711483" y="7780086"/>
                <a:ext cx="1305364" cy="1515393"/>
              </a:xfrm>
              <a:prstGeom prst="rect">
                <a:avLst/>
              </a:prstGeom>
            </p:spPr>
          </p:pic>
          <p:pic>
            <p:nvPicPr>
              <p:cNvPr id="7" name="object 7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4424969" y="8507925"/>
                <a:ext cx="1305364" cy="1515393"/>
              </a:xfrm>
              <a:prstGeom prst="rect">
                <a:avLst/>
              </a:prstGeom>
            </p:spPr>
          </p:pic>
          <p:pic>
            <p:nvPicPr>
              <p:cNvPr id="8" name="object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96429" y="2496203"/>
                <a:ext cx="7717032" cy="6779458"/>
              </a:xfrm>
              <a:prstGeom prst="rect">
                <a:avLst/>
              </a:prstGeom>
            </p:spPr>
          </p:pic>
        </p:grpSp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0137" y="9270782"/>
              <a:ext cx="1677118" cy="1946964"/>
            </a:xfrm>
            <a:prstGeom prst="rect">
              <a:avLst/>
            </a:prstGeom>
          </p:spPr>
        </p:pic>
        <p:grpSp>
          <p:nvGrpSpPr>
            <p:cNvPr id="19" name="object 19"/>
            <p:cNvGrpSpPr/>
            <p:nvPr/>
          </p:nvGrpSpPr>
          <p:grpSpPr>
            <a:xfrm>
              <a:off x="1164505" y="7323136"/>
              <a:ext cx="3330265" cy="2978637"/>
              <a:chOff x="906378" y="5604157"/>
              <a:chExt cx="2592070" cy="2318385"/>
            </a:xfrm>
          </p:grpSpPr>
          <p:pic>
            <p:nvPicPr>
              <p:cNvPr id="20" name="object 20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149562" y="6406718"/>
                <a:ext cx="1305364" cy="1515395"/>
              </a:xfrm>
              <a:prstGeom prst="rect">
                <a:avLst/>
              </a:prstGeom>
            </p:spPr>
          </p:pic>
          <p:pic>
            <p:nvPicPr>
              <p:cNvPr id="21" name="object 21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925183" y="5604157"/>
                <a:ext cx="2573073" cy="1520255"/>
              </a:xfrm>
              <a:prstGeom prst="rect">
                <a:avLst/>
              </a:prstGeom>
            </p:spPr>
          </p:pic>
          <p:pic>
            <p:nvPicPr>
              <p:cNvPr id="22" name="object 22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906378" y="6331996"/>
                <a:ext cx="1305364" cy="1515393"/>
              </a:xfrm>
              <a:prstGeom prst="rect">
                <a:avLst/>
              </a:prstGeom>
            </p:spPr>
          </p:pic>
        </p:grpSp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85687" y="8651274"/>
              <a:ext cx="2747312" cy="313805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71747" y="5690890"/>
              <a:ext cx="45719" cy="3865075"/>
            </a:xfrm>
            <a:custGeom>
              <a:avLst/>
              <a:gdLst/>
              <a:ahLst/>
              <a:cxnLst/>
              <a:rect l="l" t="t" r="r" b="b"/>
              <a:pathLst>
                <a:path h="3263900">
                  <a:moveTo>
                    <a:pt x="0" y="0"/>
                  </a:moveTo>
                  <a:lnTo>
                    <a:pt x="0" y="3263506"/>
                  </a:lnTo>
                </a:path>
              </a:pathLst>
            </a:custGeom>
            <a:ln w="3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313">
                <a:latin typeface="+mn-ea"/>
              </a:endParaRPr>
            </a:p>
          </p:txBody>
        </p:sp>
      </p:grpSp>
      <p:sp>
        <p:nvSpPr>
          <p:cNvPr id="99" name="TextBox 17">
            <a:extLst>
              <a:ext uri="{FF2B5EF4-FFF2-40B4-BE49-F238E27FC236}">
                <a16:creationId xmlns:a16="http://schemas.microsoft.com/office/drawing/2014/main" id="{B3F0A1B8-D8FB-099B-9602-747A0021C365}"/>
              </a:ext>
            </a:extLst>
          </p:cNvPr>
          <p:cNvSpPr txBox="1"/>
          <p:nvPr/>
        </p:nvSpPr>
        <p:spPr>
          <a:xfrm>
            <a:off x="495503" y="1879030"/>
            <a:ext cx="5524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207" b="0" i="0" u="none" strike="noStrike" spc="-100" dirty="0">
                <a:solidFill>
                  <a:srgbClr val="000000"/>
                </a:solidFill>
                <a:latin typeface="+mn-ea"/>
                <a:cs typeface="high1 Wonchuri Body B"/>
              </a:rPr>
              <a:t>PROFESSIONAL REPORT</a:t>
            </a:r>
          </a:p>
        </p:txBody>
      </p:sp>
      <p:sp>
        <p:nvSpPr>
          <p:cNvPr id="100" name="TextBox 18">
            <a:extLst>
              <a:ext uri="{FF2B5EF4-FFF2-40B4-BE49-F238E27FC236}">
                <a16:creationId xmlns:a16="http://schemas.microsoft.com/office/drawing/2014/main" id="{E377CB6F-5E71-DD58-2801-BE409D24ED3E}"/>
              </a:ext>
            </a:extLst>
          </p:cNvPr>
          <p:cNvSpPr txBox="1"/>
          <p:nvPr/>
        </p:nvSpPr>
        <p:spPr>
          <a:xfrm>
            <a:off x="360232" y="4231460"/>
            <a:ext cx="7453730" cy="84442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2003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 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국토교통부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「</a:t>
            </a:r>
            <a:r>
              <a:rPr lang="en-US" sz="15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신축</a:t>
            </a:r>
            <a:r>
              <a:rPr lang="en-US" sz="15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5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아파트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입주자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사전방문점검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대행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가이드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라인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(</a:t>
            </a:r>
            <a:r>
              <a:rPr lang="en-US" sz="1600" b="1" spc="-200" dirty="0">
                <a:solidFill>
                  <a:srgbClr val="595959"/>
                </a:solidFill>
                <a:latin typeface="+mn-ea"/>
                <a:cs typeface="Pretendard Light"/>
              </a:rPr>
              <a:t>‘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25.11)」을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기준으로</a:t>
            </a:r>
            <a:b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</a:b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객관적이고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신뢰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할 수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있는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사전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점검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서비스를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제공하고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 </a:t>
            </a:r>
            <a:r>
              <a:rPr lang="en-US" sz="1600" b="1" i="0" u="none" strike="noStrike" spc="-200" dirty="0" err="1">
                <a:solidFill>
                  <a:srgbClr val="595959"/>
                </a:solidFill>
                <a:latin typeface="+mn-ea"/>
                <a:cs typeface="Pretendard Light"/>
              </a:rPr>
              <a:t>있습니다</a:t>
            </a:r>
            <a:r>
              <a:rPr lang="en-US" sz="1600" b="1" i="0" u="none" strike="noStrike" spc="-200" dirty="0">
                <a:solidFill>
                  <a:srgbClr val="595959"/>
                </a:solidFill>
                <a:latin typeface="+mn-ea"/>
                <a:cs typeface="Pretendard Light"/>
              </a:rPr>
              <a:t>.</a:t>
            </a:r>
          </a:p>
        </p:txBody>
      </p:sp>
      <p:sp>
        <p:nvSpPr>
          <p:cNvPr id="101" name="TextBox 19">
            <a:extLst>
              <a:ext uri="{FF2B5EF4-FFF2-40B4-BE49-F238E27FC236}">
                <a16:creationId xmlns:a16="http://schemas.microsoft.com/office/drawing/2014/main" id="{86051DD0-A0B0-6AF8-F400-D4E86A4156FD}"/>
              </a:ext>
            </a:extLst>
          </p:cNvPr>
          <p:cNvSpPr txBox="1"/>
          <p:nvPr/>
        </p:nvSpPr>
        <p:spPr>
          <a:xfrm>
            <a:off x="419303" y="2485306"/>
            <a:ext cx="80391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687" b="1" i="0" u="none" strike="noStrike" spc="-400" dirty="0" err="1">
                <a:solidFill>
                  <a:srgbClr val="000000"/>
                </a:solidFill>
                <a:latin typeface="+mn-ea"/>
                <a:cs typeface="high1 Wonchuri Body B"/>
              </a:rPr>
              <a:t>점검결과</a:t>
            </a:r>
            <a:r>
              <a:rPr lang="en-US" sz="8687" b="1" i="0" u="none" strike="noStrike" spc="-400" dirty="0">
                <a:solidFill>
                  <a:srgbClr val="000000"/>
                </a:solidFill>
                <a:latin typeface="+mn-ea"/>
                <a:cs typeface="high1 Wonchuri Body B"/>
              </a:rPr>
              <a:t> </a:t>
            </a:r>
            <a:r>
              <a:rPr lang="en-US" sz="8687" b="1" i="0" u="none" strike="noStrike" spc="-400" dirty="0" err="1">
                <a:solidFill>
                  <a:srgbClr val="000000"/>
                </a:solidFill>
                <a:latin typeface="+mn-ea"/>
                <a:cs typeface="high1 Wonchuri Body B"/>
              </a:rPr>
              <a:t>보고서</a:t>
            </a:r>
            <a:endParaRPr lang="en-US" sz="8687" b="1" i="0" u="none" strike="noStrike" spc="-400" dirty="0">
              <a:solidFill>
                <a:srgbClr val="000000"/>
              </a:solidFill>
              <a:latin typeface="+mn-ea"/>
              <a:cs typeface="high1 Wonchuri Body B"/>
            </a:endParaRPr>
          </a:p>
        </p:txBody>
      </p:sp>
      <p:sp>
        <p:nvSpPr>
          <p:cNvPr id="103" name="TextBox 22">
            <a:extLst>
              <a:ext uri="{FF2B5EF4-FFF2-40B4-BE49-F238E27FC236}">
                <a16:creationId xmlns:a16="http://schemas.microsoft.com/office/drawing/2014/main" id="{BF339B7B-7411-41BC-2089-BBE3643330FE}"/>
              </a:ext>
            </a:extLst>
          </p:cNvPr>
          <p:cNvSpPr txBox="1"/>
          <p:nvPr/>
        </p:nvSpPr>
        <p:spPr>
          <a:xfrm>
            <a:off x="6481666" y="989658"/>
            <a:ext cx="3132348" cy="81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289" b="0" i="0" u="none" strike="noStrike" dirty="0" err="1">
                <a:solidFill>
                  <a:srgbClr val="1F1F1F"/>
                </a:solidFill>
                <a:latin typeface="+mn-ea"/>
                <a:cs typeface="Pretendard Regular"/>
              </a:rPr>
              <a:t>인싸이트아이</a:t>
            </a:r>
            <a:r>
              <a:rPr lang="ko-KR" altLang="en-US" sz="2289" dirty="0">
                <a:solidFill>
                  <a:srgbClr val="1F1F1F"/>
                </a:solidFill>
                <a:latin typeface="+mn-ea"/>
                <a:cs typeface="Pretendard Regular"/>
              </a:rPr>
              <a:t> </a:t>
            </a:r>
            <a:r>
              <a:rPr lang="ko-KR" altLang="en-US" sz="2289" b="0" i="0" u="none" strike="noStrike" dirty="0">
                <a:solidFill>
                  <a:srgbClr val="1F1F1F"/>
                </a:solidFill>
                <a:latin typeface="+mn-ea"/>
                <a:cs typeface="Pretendard Regular"/>
              </a:rPr>
              <a:t>고객센터</a:t>
            </a:r>
            <a:endParaRPr lang="en-US" altLang="ko-KR" sz="2289" b="0" i="0" u="none" strike="noStrike" dirty="0">
              <a:solidFill>
                <a:srgbClr val="1F1F1F"/>
              </a:solidFill>
              <a:latin typeface="+mn-ea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289" b="0" i="0" u="none" strike="noStrike" dirty="0">
                <a:solidFill>
                  <a:srgbClr val="1F1F1F"/>
                </a:solidFill>
                <a:latin typeface="+mn-ea"/>
                <a:cs typeface="Pretendard Regular"/>
              </a:rPr>
              <a:t>       031-1668-5343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321CA1D-C241-B736-0088-3B88A61DFCFB}"/>
              </a:ext>
            </a:extLst>
          </p:cNvPr>
          <p:cNvGrpSpPr/>
          <p:nvPr/>
        </p:nvGrpSpPr>
        <p:grpSpPr>
          <a:xfrm>
            <a:off x="145544" y="11569684"/>
            <a:ext cx="3875795" cy="1193362"/>
            <a:chOff x="145544" y="11569684"/>
            <a:chExt cx="3875795" cy="1193362"/>
          </a:xfrm>
        </p:grpSpPr>
        <p:sp>
          <p:nvSpPr>
            <p:cNvPr id="23" name="object 23"/>
            <p:cNvSpPr/>
            <p:nvPr/>
          </p:nvSpPr>
          <p:spPr>
            <a:xfrm>
              <a:off x="145544" y="11694752"/>
              <a:ext cx="21732" cy="214566"/>
            </a:xfrm>
            <a:custGeom>
              <a:avLst/>
              <a:gdLst/>
              <a:ahLst/>
              <a:cxnLst/>
              <a:rect l="l" t="t" r="r" b="b"/>
              <a:pathLst>
                <a:path w="18415" h="167004">
                  <a:moveTo>
                    <a:pt x="17872" y="166390"/>
                  </a:moveTo>
                  <a:lnTo>
                    <a:pt x="0" y="166390"/>
                  </a:lnTo>
                  <a:lnTo>
                    <a:pt x="0" y="0"/>
                  </a:lnTo>
                  <a:lnTo>
                    <a:pt x="17872" y="0"/>
                  </a:lnTo>
                  <a:lnTo>
                    <a:pt x="17872" y="166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13" b="1" dirty="0">
                <a:latin typeface="+mn-ea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45544" y="12055106"/>
              <a:ext cx="21732" cy="214566"/>
            </a:xfrm>
            <a:custGeom>
              <a:avLst/>
              <a:gdLst/>
              <a:ahLst/>
              <a:cxnLst/>
              <a:rect l="l" t="t" r="r" b="b"/>
              <a:pathLst>
                <a:path w="18415" h="167004">
                  <a:moveTo>
                    <a:pt x="17872" y="166390"/>
                  </a:moveTo>
                  <a:lnTo>
                    <a:pt x="0" y="166390"/>
                  </a:lnTo>
                  <a:lnTo>
                    <a:pt x="0" y="0"/>
                  </a:lnTo>
                  <a:lnTo>
                    <a:pt x="17872" y="0"/>
                  </a:lnTo>
                  <a:lnTo>
                    <a:pt x="17872" y="166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13">
                <a:latin typeface="+mn-ea"/>
              </a:endParaRPr>
            </a:p>
          </p:txBody>
        </p:sp>
        <p:sp>
          <p:nvSpPr>
            <p:cNvPr id="36" name="TextBox 5">
              <a:extLst>
                <a:ext uri="{FF2B5EF4-FFF2-40B4-BE49-F238E27FC236}">
                  <a16:creationId xmlns:a16="http://schemas.microsoft.com/office/drawing/2014/main" id="{EEB59255-FCE1-3047-D9B0-781E05DFA745}"/>
                </a:ext>
              </a:extLst>
            </p:cNvPr>
            <p:cNvSpPr txBox="1"/>
            <p:nvPr/>
          </p:nvSpPr>
          <p:spPr>
            <a:xfrm>
              <a:off x="230094" y="12289764"/>
              <a:ext cx="1956869" cy="4732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1700" b="1" spc="-289" dirty="0">
                  <a:latin typeface="+mn-ea"/>
                  <a:cs typeface="Gmarket Sans Light"/>
                </a:rPr>
                <a:t>입주자 성함  </a:t>
              </a:r>
              <a:r>
                <a:rPr lang="en-US" altLang="ko-KR" sz="1700" b="1" spc="-289" dirty="0">
                  <a:latin typeface="+mn-ea"/>
                  <a:cs typeface="Gmarket Sans Light"/>
                </a:rPr>
                <a:t>:  </a:t>
              </a:r>
              <a:r>
                <a:rPr lang="ko-KR" altLang="en-US" sz="1700" b="1" spc="-289" dirty="0">
                  <a:latin typeface="+mn-ea"/>
                  <a:cs typeface="Gmarket Sans Light"/>
                </a:rPr>
                <a:t>정 </a:t>
              </a:r>
              <a:r>
                <a:rPr lang="ko-KR" altLang="en-US" sz="1700" b="1" spc="-289" dirty="0" err="1">
                  <a:latin typeface="+mn-ea"/>
                  <a:cs typeface="Gmarket Sans Light"/>
                </a:rPr>
                <a:t>정</a:t>
              </a:r>
              <a:r>
                <a:rPr lang="ko-KR" altLang="en-US" sz="1700" b="1" spc="-289" dirty="0">
                  <a:latin typeface="+mn-ea"/>
                  <a:cs typeface="Gmarket Sans Light"/>
                </a:rPr>
                <a:t> 훈</a:t>
              </a:r>
              <a:endParaRPr lang="en-US" sz="1700" b="1" spc="-289" dirty="0">
                <a:latin typeface="+mn-ea"/>
                <a:cs typeface="Gmarket Sans Light"/>
              </a:endParaRPr>
            </a:p>
          </p:txBody>
        </p:sp>
        <p:sp>
          <p:nvSpPr>
            <p:cNvPr id="37" name="object 28">
              <a:extLst>
                <a:ext uri="{FF2B5EF4-FFF2-40B4-BE49-F238E27FC236}">
                  <a16:creationId xmlns:a16="http://schemas.microsoft.com/office/drawing/2014/main" id="{33522A0A-CDB0-5BAD-80DE-072A2BA2CE6C}"/>
                </a:ext>
              </a:extLst>
            </p:cNvPr>
            <p:cNvSpPr/>
            <p:nvPr/>
          </p:nvSpPr>
          <p:spPr>
            <a:xfrm>
              <a:off x="145544" y="12407363"/>
              <a:ext cx="21732" cy="214566"/>
            </a:xfrm>
            <a:custGeom>
              <a:avLst/>
              <a:gdLst/>
              <a:ahLst/>
              <a:cxnLst/>
              <a:rect l="l" t="t" r="r" b="b"/>
              <a:pathLst>
                <a:path w="18415" h="167004">
                  <a:moveTo>
                    <a:pt x="17872" y="166390"/>
                  </a:moveTo>
                  <a:lnTo>
                    <a:pt x="0" y="166390"/>
                  </a:lnTo>
                  <a:lnTo>
                    <a:pt x="0" y="0"/>
                  </a:lnTo>
                  <a:lnTo>
                    <a:pt x="17872" y="0"/>
                  </a:lnTo>
                  <a:lnTo>
                    <a:pt x="17872" y="166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313">
                <a:latin typeface="+mn-ea"/>
              </a:endParaRPr>
            </a:p>
          </p:txBody>
        </p:sp>
        <p:sp>
          <p:nvSpPr>
            <p:cNvPr id="38" name="TextBox 5">
              <a:extLst>
                <a:ext uri="{FF2B5EF4-FFF2-40B4-BE49-F238E27FC236}">
                  <a16:creationId xmlns:a16="http://schemas.microsoft.com/office/drawing/2014/main" id="{F27D1526-8760-EB8E-9308-0C3081BBA8E9}"/>
                </a:ext>
              </a:extLst>
            </p:cNvPr>
            <p:cNvSpPr txBox="1"/>
            <p:nvPr/>
          </p:nvSpPr>
          <p:spPr>
            <a:xfrm>
              <a:off x="234495" y="11933347"/>
              <a:ext cx="2171597" cy="4732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1700" b="1" spc="-289" dirty="0">
                  <a:latin typeface="+mn-ea"/>
                  <a:cs typeface="Gmarket Sans Light"/>
                </a:rPr>
                <a:t>동</a:t>
              </a:r>
              <a:r>
                <a:rPr lang="en-US" altLang="ko-KR" sz="1700" b="1" spc="-289" dirty="0">
                  <a:latin typeface="+mn-ea"/>
                  <a:cs typeface="Gmarket Sans Light"/>
                </a:rPr>
                <a:t>,  </a:t>
              </a:r>
              <a:r>
                <a:rPr lang="ko-KR" altLang="en-US" sz="1700" b="1" spc="-289" dirty="0">
                  <a:latin typeface="+mn-ea"/>
                  <a:cs typeface="Gmarket Sans Light"/>
                </a:rPr>
                <a:t>호  수 </a:t>
              </a:r>
              <a:r>
                <a:rPr lang="en-US" altLang="ko-KR" sz="1700" b="1" spc="-289" dirty="0">
                  <a:latin typeface="+mn-ea"/>
                  <a:cs typeface="Gmarket Sans Light"/>
                </a:rPr>
                <a:t>:  103 </a:t>
              </a:r>
              <a:r>
                <a:rPr lang="ko-KR" altLang="en-US" sz="1700" b="1" spc="-289" dirty="0">
                  <a:latin typeface="+mn-ea"/>
                  <a:cs typeface="Gmarket Sans Light"/>
                </a:rPr>
                <a:t>동 </a:t>
              </a:r>
              <a:r>
                <a:rPr lang="en-US" altLang="ko-KR" sz="1700" b="1" spc="-289" dirty="0">
                  <a:latin typeface="+mn-ea"/>
                  <a:cs typeface="Gmarket Sans Light"/>
                </a:rPr>
                <a:t>1002</a:t>
              </a:r>
              <a:r>
                <a:rPr lang="ko-KR" altLang="en-US" sz="1700" b="1" spc="-289" dirty="0">
                  <a:latin typeface="+mn-ea"/>
                  <a:cs typeface="Gmarket Sans Light"/>
                </a:rPr>
                <a:t>호</a:t>
              </a:r>
              <a:endParaRPr lang="en-US" sz="1700" b="1" spc="-289" dirty="0">
                <a:latin typeface="+mn-ea"/>
                <a:cs typeface="Gmarket Sans Light"/>
              </a:endParaRPr>
            </a:p>
          </p:txBody>
        </p:sp>
        <p:sp>
          <p:nvSpPr>
            <p:cNvPr id="39" name="TextBox 5">
              <a:extLst>
                <a:ext uri="{FF2B5EF4-FFF2-40B4-BE49-F238E27FC236}">
                  <a16:creationId xmlns:a16="http://schemas.microsoft.com/office/drawing/2014/main" id="{1AC7E14E-A741-5C66-2D95-73B36ABE806A}"/>
                </a:ext>
              </a:extLst>
            </p:cNvPr>
            <p:cNvSpPr txBox="1"/>
            <p:nvPr/>
          </p:nvSpPr>
          <p:spPr>
            <a:xfrm>
              <a:off x="234495" y="11569684"/>
              <a:ext cx="3786844" cy="4732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1700" b="1" spc="-289" dirty="0">
                  <a:latin typeface="+mn-ea"/>
                  <a:cs typeface="Gmarket Sans Light"/>
                </a:rPr>
                <a:t>아파트명</a:t>
              </a:r>
              <a:r>
                <a:rPr lang="en-US" altLang="ko-KR" sz="1700" b="1" spc="-289" dirty="0">
                  <a:latin typeface="+mn-ea"/>
                  <a:cs typeface="Gmarket Sans Light"/>
                </a:rPr>
                <a:t> : </a:t>
              </a:r>
              <a:r>
                <a:rPr lang="ko-KR" altLang="en-US" sz="1700" b="1" spc="-289" dirty="0">
                  <a:latin typeface="+mn-ea"/>
                  <a:cs typeface="Gmarket Sans Light"/>
                </a:rPr>
                <a:t>힐스테이트 마포 더  퍼스트</a:t>
              </a:r>
              <a:endParaRPr lang="en-US" sz="1700" b="1" spc="-289" dirty="0">
                <a:latin typeface="+mn-ea"/>
                <a:cs typeface="Gmarket Sans Light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454F4AC-A1AF-ECF2-AC80-B34DD8DE57E1}"/>
              </a:ext>
            </a:extLst>
          </p:cNvPr>
          <p:cNvGrpSpPr/>
          <p:nvPr/>
        </p:nvGrpSpPr>
        <p:grpSpPr>
          <a:xfrm>
            <a:off x="708407" y="884147"/>
            <a:ext cx="3065004" cy="814863"/>
            <a:chOff x="660400" y="987595"/>
            <a:chExt cx="3065004" cy="814863"/>
          </a:xfrm>
        </p:grpSpPr>
        <p:sp>
          <p:nvSpPr>
            <p:cNvPr id="98" name="TextBox 10">
              <a:extLst>
                <a:ext uri="{FF2B5EF4-FFF2-40B4-BE49-F238E27FC236}">
                  <a16:creationId xmlns:a16="http://schemas.microsoft.com/office/drawing/2014/main" id="{749B4FA9-3449-18A0-9718-F9F76FF3C444}"/>
                </a:ext>
              </a:extLst>
            </p:cNvPr>
            <p:cNvSpPr txBox="1"/>
            <p:nvPr/>
          </p:nvSpPr>
          <p:spPr>
            <a:xfrm>
              <a:off x="1477504" y="1255044"/>
              <a:ext cx="2247900" cy="381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sz="2400" i="0" u="none" strike="noStrike" spc="-100" dirty="0">
                  <a:solidFill>
                    <a:srgbClr val="000000"/>
                  </a:solidFill>
                  <a:latin typeface="+mn-ea"/>
                  <a:cs typeface="high1 Wonchuri Body B"/>
                </a:rPr>
                <a:t>(주)</a:t>
              </a:r>
              <a:r>
                <a:rPr lang="en-US" sz="2400" i="0" u="none" strike="noStrike" spc="-100" dirty="0" err="1">
                  <a:solidFill>
                    <a:srgbClr val="000000"/>
                  </a:solidFill>
                  <a:latin typeface="+mn-ea"/>
                  <a:cs typeface="high1 Wonchuri Body B"/>
                </a:rPr>
                <a:t>인싸이트아이</a:t>
              </a:r>
              <a:endParaRPr lang="en-US" sz="2400" i="0" u="none" strike="noStrike" spc="-100" dirty="0">
                <a:solidFill>
                  <a:srgbClr val="000000"/>
                </a:solidFill>
                <a:latin typeface="+mn-ea"/>
                <a:cs typeface="high1 Wonchuri Body B"/>
              </a:endParaRPr>
            </a:p>
          </p:txBody>
        </p:sp>
        <p:pic>
          <p:nvPicPr>
            <p:cNvPr id="102" name="Picture 21">
              <a:extLst>
                <a:ext uri="{FF2B5EF4-FFF2-40B4-BE49-F238E27FC236}">
                  <a16:creationId xmlns:a16="http://schemas.microsoft.com/office/drawing/2014/main" id="{4C06185B-1861-1F16-FAB4-12F11FFDD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60400" y="1180158"/>
              <a:ext cx="622300" cy="622300"/>
            </a:xfrm>
            <a:prstGeom prst="rect">
              <a:avLst/>
            </a:prstGeom>
          </p:spPr>
        </p:pic>
        <p:pic>
          <p:nvPicPr>
            <p:cNvPr id="17" name="Picture 62">
              <a:extLst>
                <a:ext uri="{FF2B5EF4-FFF2-40B4-BE49-F238E27FC236}">
                  <a16:creationId xmlns:a16="http://schemas.microsoft.com/office/drawing/2014/main" id="{8254D7C5-B9CA-1046-02CB-6089A9716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354848">
              <a:off x="1324182" y="987595"/>
              <a:ext cx="901700" cy="495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>
            <a:grpSpLocks noGrp="1" noUngrp="1" noRot="1" noMove="1" noResize="1"/>
          </p:cNvGrpSpPr>
          <p:nvPr/>
        </p:nvGrpSpPr>
        <p:grpSpPr>
          <a:xfrm>
            <a:off x="0" y="-33746"/>
            <a:ext cx="10083800" cy="1238360"/>
            <a:chOff x="0" y="4583"/>
            <a:chExt cx="7848600" cy="2633345"/>
          </a:xfrm>
        </p:grpSpPr>
        <p:pic>
          <p:nvPicPr>
            <p:cNvPr id="3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332"/>
              <a:ext cx="7848600" cy="2627258"/>
            </a:xfrm>
            <a:prstGeom prst="rect">
              <a:avLst/>
            </a:prstGeom>
          </p:spPr>
        </p:pic>
        <p:pic>
          <p:nvPicPr>
            <p:cNvPr id="4" name="object 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1" y="4583"/>
              <a:ext cx="7021144" cy="263300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429458" y="155565"/>
            <a:ext cx="3654970" cy="1048888"/>
            <a:chOff x="5004289" y="25368"/>
            <a:chExt cx="2844800" cy="261239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4529" y="25368"/>
              <a:ext cx="1505554" cy="13179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9585" y="26748"/>
              <a:ext cx="1369014" cy="13179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46274" y="1319841"/>
              <a:ext cx="1505553" cy="13179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04289" y="1316838"/>
              <a:ext cx="2844310" cy="1317917"/>
            </a:xfrm>
            <a:prstGeom prst="rect">
              <a:avLst/>
            </a:prstGeom>
          </p:spPr>
        </p:pic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6F33C6E-A619-6A44-DECA-8795EAF1076E}"/>
              </a:ext>
            </a:extLst>
          </p:cNvPr>
          <p:cNvSpPr/>
          <p:nvPr/>
        </p:nvSpPr>
        <p:spPr>
          <a:xfrm>
            <a:off x="711626" y="1448153"/>
            <a:ext cx="2411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28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 </a:t>
            </a:r>
            <a:r>
              <a:rPr kumimoji="0" lang="ko-KR" altLang="en-US" sz="2800" b="1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ea"/>
              </a:rPr>
              <a:t>육안 점검</a:t>
            </a:r>
            <a:r>
              <a:rPr kumimoji="0" lang="en-US" altLang="ko-KR" sz="2800" b="1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2800" b="1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ea"/>
              </a:rPr>
              <a:t> </a:t>
            </a:r>
            <a:endParaRPr kumimoji="0" lang="ko-KR" altLang="en-US" sz="2800" b="1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3" name="그래픽 49">
            <a:extLst>
              <a:ext uri="{FF2B5EF4-FFF2-40B4-BE49-F238E27FC236}">
                <a16:creationId xmlns:a16="http://schemas.microsoft.com/office/drawing/2014/main" id="{BCC20125-936B-69CD-07C7-97FF8671D74E}"/>
              </a:ext>
            </a:extLst>
          </p:cNvPr>
          <p:cNvSpPr/>
          <p:nvPr/>
        </p:nvSpPr>
        <p:spPr>
          <a:xfrm>
            <a:off x="393700" y="1785518"/>
            <a:ext cx="251420" cy="192264"/>
          </a:xfrm>
          <a:custGeom>
            <a:avLst/>
            <a:gdLst>
              <a:gd name="connsiteX0" fmla="*/ 143606 w 174378"/>
              <a:gd name="connsiteY0" fmla="*/ 71804 h 133349"/>
              <a:gd name="connsiteX1" fmla="*/ 143606 w 174378"/>
              <a:gd name="connsiteY1" fmla="*/ 62279 h 133349"/>
              <a:gd name="connsiteX2" fmla="*/ 174379 w 174378"/>
              <a:gd name="connsiteY2" fmla="*/ 62279 h 133349"/>
              <a:gd name="connsiteX3" fmla="*/ 174379 w 174378"/>
              <a:gd name="connsiteY3" fmla="*/ 71804 h 133349"/>
              <a:gd name="connsiteX4" fmla="*/ 143606 w 174378"/>
              <a:gd name="connsiteY4" fmla="*/ 71804 h 133349"/>
              <a:gd name="connsiteX5" fmla="*/ 153938 w 174378"/>
              <a:gd name="connsiteY5" fmla="*/ 133350 h 133349"/>
              <a:gd name="connsiteX6" fmla="*/ 129319 w 174378"/>
              <a:gd name="connsiteY6" fmla="*/ 114886 h 133349"/>
              <a:gd name="connsiteX7" fmla="*/ 135255 w 174378"/>
              <a:gd name="connsiteY7" fmla="*/ 107340 h 133349"/>
              <a:gd name="connsiteX8" fmla="*/ 159872 w 174378"/>
              <a:gd name="connsiteY8" fmla="*/ 125804 h 133349"/>
              <a:gd name="connsiteX9" fmla="*/ 153938 w 174378"/>
              <a:gd name="connsiteY9" fmla="*/ 133350 h 133349"/>
              <a:gd name="connsiteX10" fmla="*/ 134522 w 174378"/>
              <a:gd name="connsiteY10" fmla="*/ 26010 h 133349"/>
              <a:gd name="connsiteX11" fmla="*/ 128587 w 174378"/>
              <a:gd name="connsiteY11" fmla="*/ 18464 h 133349"/>
              <a:gd name="connsiteX12" fmla="*/ 153205 w 174378"/>
              <a:gd name="connsiteY12" fmla="*/ 0 h 133349"/>
              <a:gd name="connsiteX13" fmla="*/ 159139 w 174378"/>
              <a:gd name="connsiteY13" fmla="*/ 7546 h 133349"/>
              <a:gd name="connsiteX14" fmla="*/ 134522 w 174378"/>
              <a:gd name="connsiteY14" fmla="*/ 26010 h 133349"/>
              <a:gd name="connsiteX15" fmla="*/ 25277 w 174378"/>
              <a:gd name="connsiteY15" fmla="*/ 123825 h 133349"/>
              <a:gd name="connsiteX16" fmla="*/ 25277 w 174378"/>
              <a:gd name="connsiteY16" fmla="*/ 87556 h 133349"/>
              <a:gd name="connsiteX17" fmla="*/ 15385 w 174378"/>
              <a:gd name="connsiteY17" fmla="*/ 87556 h 133349"/>
              <a:gd name="connsiteX18" fmla="*/ 4496 w 174378"/>
              <a:gd name="connsiteY18" fmla="*/ 83060 h 133349"/>
              <a:gd name="connsiteX19" fmla="*/ 0 w 174378"/>
              <a:gd name="connsiteY19" fmla="*/ 72171 h 133349"/>
              <a:gd name="connsiteX20" fmla="*/ 0 w 174378"/>
              <a:gd name="connsiteY20" fmla="*/ 61912 h 133349"/>
              <a:gd name="connsiteX21" fmla="*/ 4496 w 174378"/>
              <a:gd name="connsiteY21" fmla="*/ 51023 h 133349"/>
              <a:gd name="connsiteX22" fmla="*/ 15385 w 174378"/>
              <a:gd name="connsiteY22" fmla="*/ 46527 h 133349"/>
              <a:gd name="connsiteX23" fmla="*/ 50921 w 174378"/>
              <a:gd name="connsiteY23" fmla="*/ 46527 h 133349"/>
              <a:gd name="connsiteX24" fmla="*/ 88654 w 174378"/>
              <a:gd name="connsiteY24" fmla="*/ 24179 h 133349"/>
              <a:gd name="connsiteX25" fmla="*/ 88654 w 174378"/>
              <a:gd name="connsiteY25" fmla="*/ 109904 h 133349"/>
              <a:gd name="connsiteX26" fmla="*/ 50921 w 174378"/>
              <a:gd name="connsiteY26" fmla="*/ 87556 h 133349"/>
              <a:gd name="connsiteX27" fmla="*/ 34802 w 174378"/>
              <a:gd name="connsiteY27" fmla="*/ 87556 h 133349"/>
              <a:gd name="connsiteX28" fmla="*/ 34802 w 174378"/>
              <a:gd name="connsiteY28" fmla="*/ 123825 h 133349"/>
              <a:gd name="connsiteX29" fmla="*/ 25277 w 174378"/>
              <a:gd name="connsiteY29" fmla="*/ 123825 h 133349"/>
              <a:gd name="connsiteX30" fmla="*/ 79129 w 174378"/>
              <a:gd name="connsiteY30" fmla="*/ 92943 h 133349"/>
              <a:gd name="connsiteX31" fmla="*/ 79129 w 174378"/>
              <a:gd name="connsiteY31" fmla="*/ 41141 h 133349"/>
              <a:gd name="connsiteX32" fmla="*/ 53595 w 174378"/>
              <a:gd name="connsiteY32" fmla="*/ 56052 h 133349"/>
              <a:gd name="connsiteX33" fmla="*/ 15385 w 174378"/>
              <a:gd name="connsiteY33" fmla="*/ 56052 h 133349"/>
              <a:gd name="connsiteX34" fmla="*/ 11356 w 174378"/>
              <a:gd name="connsiteY34" fmla="*/ 57883 h 133349"/>
              <a:gd name="connsiteX35" fmla="*/ 9525 w 174378"/>
              <a:gd name="connsiteY35" fmla="*/ 61912 h 133349"/>
              <a:gd name="connsiteX36" fmla="*/ 9525 w 174378"/>
              <a:gd name="connsiteY36" fmla="*/ 72171 h 133349"/>
              <a:gd name="connsiteX37" fmla="*/ 11356 w 174378"/>
              <a:gd name="connsiteY37" fmla="*/ 76200 h 133349"/>
              <a:gd name="connsiteX38" fmla="*/ 15385 w 174378"/>
              <a:gd name="connsiteY38" fmla="*/ 78031 h 133349"/>
              <a:gd name="connsiteX39" fmla="*/ 53595 w 174378"/>
              <a:gd name="connsiteY39" fmla="*/ 78031 h 133349"/>
              <a:gd name="connsiteX40" fmla="*/ 79129 w 174378"/>
              <a:gd name="connsiteY40" fmla="*/ 92943 h 133349"/>
              <a:gd name="connsiteX41" fmla="*/ 105506 w 174378"/>
              <a:gd name="connsiteY41" fmla="*/ 94555 h 133349"/>
              <a:gd name="connsiteX42" fmla="*/ 105506 w 174378"/>
              <a:gd name="connsiteY42" fmla="*/ 39529 h 133349"/>
              <a:gd name="connsiteX43" fmla="*/ 113209 w 174378"/>
              <a:gd name="connsiteY43" fmla="*/ 51171 h 133349"/>
              <a:gd name="connsiteX44" fmla="*/ 116131 w 174378"/>
              <a:gd name="connsiteY44" fmla="*/ 67042 h 133349"/>
              <a:gd name="connsiteX45" fmla="*/ 113209 w 174378"/>
              <a:gd name="connsiteY45" fmla="*/ 82913 h 133349"/>
              <a:gd name="connsiteX46" fmla="*/ 105506 w 174378"/>
              <a:gd name="connsiteY46" fmla="*/ 94555 h 13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4378" h="133349">
                <a:moveTo>
                  <a:pt x="143606" y="71804"/>
                </a:moveTo>
                <a:lnTo>
                  <a:pt x="143606" y="62279"/>
                </a:lnTo>
                <a:lnTo>
                  <a:pt x="174379" y="62279"/>
                </a:lnTo>
                <a:lnTo>
                  <a:pt x="174379" y="71804"/>
                </a:lnTo>
                <a:lnTo>
                  <a:pt x="143606" y="71804"/>
                </a:lnTo>
                <a:close/>
                <a:moveTo>
                  <a:pt x="153938" y="133350"/>
                </a:moveTo>
                <a:lnTo>
                  <a:pt x="129319" y="114886"/>
                </a:lnTo>
                <a:lnTo>
                  <a:pt x="135255" y="107340"/>
                </a:lnTo>
                <a:lnTo>
                  <a:pt x="159872" y="125804"/>
                </a:lnTo>
                <a:lnTo>
                  <a:pt x="153938" y="133350"/>
                </a:lnTo>
                <a:close/>
                <a:moveTo>
                  <a:pt x="134522" y="26010"/>
                </a:moveTo>
                <a:lnTo>
                  <a:pt x="128587" y="18464"/>
                </a:lnTo>
                <a:lnTo>
                  <a:pt x="153205" y="0"/>
                </a:lnTo>
                <a:lnTo>
                  <a:pt x="159139" y="7546"/>
                </a:lnTo>
                <a:lnTo>
                  <a:pt x="134522" y="26010"/>
                </a:lnTo>
                <a:close/>
                <a:moveTo>
                  <a:pt x="25277" y="123825"/>
                </a:moveTo>
                <a:lnTo>
                  <a:pt x="25277" y="87556"/>
                </a:lnTo>
                <a:lnTo>
                  <a:pt x="15385" y="87556"/>
                </a:lnTo>
                <a:cubicBezTo>
                  <a:pt x="11124" y="87556"/>
                  <a:pt x="7495" y="86058"/>
                  <a:pt x="4496" y="83060"/>
                </a:cubicBezTo>
                <a:cubicBezTo>
                  <a:pt x="1499" y="80062"/>
                  <a:pt x="0" y="76432"/>
                  <a:pt x="0" y="72171"/>
                </a:cubicBezTo>
                <a:lnTo>
                  <a:pt x="0" y="61912"/>
                </a:lnTo>
                <a:cubicBezTo>
                  <a:pt x="0" y="57652"/>
                  <a:pt x="1499" y="54022"/>
                  <a:pt x="4496" y="51023"/>
                </a:cubicBezTo>
                <a:cubicBezTo>
                  <a:pt x="7495" y="48026"/>
                  <a:pt x="11124" y="46527"/>
                  <a:pt x="15385" y="46527"/>
                </a:cubicBezTo>
                <a:lnTo>
                  <a:pt x="50921" y="46527"/>
                </a:lnTo>
                <a:lnTo>
                  <a:pt x="88654" y="24179"/>
                </a:lnTo>
                <a:lnTo>
                  <a:pt x="88654" y="109904"/>
                </a:lnTo>
                <a:lnTo>
                  <a:pt x="50921" y="87556"/>
                </a:lnTo>
                <a:lnTo>
                  <a:pt x="34802" y="87556"/>
                </a:lnTo>
                <a:lnTo>
                  <a:pt x="34802" y="123825"/>
                </a:lnTo>
                <a:lnTo>
                  <a:pt x="25277" y="123825"/>
                </a:lnTo>
                <a:close/>
                <a:moveTo>
                  <a:pt x="79129" y="92943"/>
                </a:moveTo>
                <a:lnTo>
                  <a:pt x="79129" y="41141"/>
                </a:lnTo>
                <a:lnTo>
                  <a:pt x="53595" y="56052"/>
                </a:lnTo>
                <a:lnTo>
                  <a:pt x="15385" y="56052"/>
                </a:lnTo>
                <a:cubicBezTo>
                  <a:pt x="13920" y="56052"/>
                  <a:pt x="12577" y="56663"/>
                  <a:pt x="11356" y="57883"/>
                </a:cubicBezTo>
                <a:cubicBezTo>
                  <a:pt x="10135" y="59104"/>
                  <a:pt x="9525" y="60447"/>
                  <a:pt x="9525" y="61912"/>
                </a:cubicBezTo>
                <a:lnTo>
                  <a:pt x="9525" y="72171"/>
                </a:lnTo>
                <a:cubicBezTo>
                  <a:pt x="9525" y="73636"/>
                  <a:pt x="10135" y="74979"/>
                  <a:pt x="11356" y="76200"/>
                </a:cubicBezTo>
                <a:cubicBezTo>
                  <a:pt x="12577" y="77421"/>
                  <a:pt x="13920" y="78031"/>
                  <a:pt x="15385" y="78031"/>
                </a:cubicBezTo>
                <a:lnTo>
                  <a:pt x="53595" y="78031"/>
                </a:lnTo>
                <a:lnTo>
                  <a:pt x="79129" y="92943"/>
                </a:lnTo>
                <a:close/>
                <a:moveTo>
                  <a:pt x="105506" y="94555"/>
                </a:moveTo>
                <a:lnTo>
                  <a:pt x="105506" y="39529"/>
                </a:lnTo>
                <a:cubicBezTo>
                  <a:pt x="108694" y="42485"/>
                  <a:pt x="111262" y="46365"/>
                  <a:pt x="113209" y="51171"/>
                </a:cubicBezTo>
                <a:cubicBezTo>
                  <a:pt x="115157" y="55976"/>
                  <a:pt x="116131" y="61266"/>
                  <a:pt x="116131" y="67042"/>
                </a:cubicBezTo>
                <a:cubicBezTo>
                  <a:pt x="116131" y="72817"/>
                  <a:pt x="115157" y="78107"/>
                  <a:pt x="113209" y="82913"/>
                </a:cubicBezTo>
                <a:cubicBezTo>
                  <a:pt x="111262" y="87718"/>
                  <a:pt x="108694" y="91599"/>
                  <a:pt x="105506" y="9455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A77739F-A353-CD54-910D-20F5D4CCFEB8}"/>
              </a:ext>
            </a:extLst>
          </p:cNvPr>
          <p:cNvSpPr/>
          <p:nvPr/>
        </p:nvSpPr>
        <p:spPr>
          <a:xfrm>
            <a:off x="469900" y="1461729"/>
            <a:ext cx="443624" cy="443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46" name="그래픽 49">
            <a:extLst>
              <a:ext uri="{FF2B5EF4-FFF2-40B4-BE49-F238E27FC236}">
                <a16:creationId xmlns:a16="http://schemas.microsoft.com/office/drawing/2014/main" id="{60242F2A-4D99-4D40-FC4C-221B5379C116}"/>
              </a:ext>
            </a:extLst>
          </p:cNvPr>
          <p:cNvSpPr/>
          <p:nvPr/>
        </p:nvSpPr>
        <p:spPr>
          <a:xfrm>
            <a:off x="566002" y="1587409"/>
            <a:ext cx="251420" cy="192264"/>
          </a:xfrm>
          <a:custGeom>
            <a:avLst/>
            <a:gdLst>
              <a:gd name="connsiteX0" fmla="*/ 143606 w 174378"/>
              <a:gd name="connsiteY0" fmla="*/ 71804 h 133349"/>
              <a:gd name="connsiteX1" fmla="*/ 143606 w 174378"/>
              <a:gd name="connsiteY1" fmla="*/ 62279 h 133349"/>
              <a:gd name="connsiteX2" fmla="*/ 174379 w 174378"/>
              <a:gd name="connsiteY2" fmla="*/ 62279 h 133349"/>
              <a:gd name="connsiteX3" fmla="*/ 174379 w 174378"/>
              <a:gd name="connsiteY3" fmla="*/ 71804 h 133349"/>
              <a:gd name="connsiteX4" fmla="*/ 143606 w 174378"/>
              <a:gd name="connsiteY4" fmla="*/ 71804 h 133349"/>
              <a:gd name="connsiteX5" fmla="*/ 153938 w 174378"/>
              <a:gd name="connsiteY5" fmla="*/ 133350 h 133349"/>
              <a:gd name="connsiteX6" fmla="*/ 129319 w 174378"/>
              <a:gd name="connsiteY6" fmla="*/ 114886 h 133349"/>
              <a:gd name="connsiteX7" fmla="*/ 135255 w 174378"/>
              <a:gd name="connsiteY7" fmla="*/ 107340 h 133349"/>
              <a:gd name="connsiteX8" fmla="*/ 159872 w 174378"/>
              <a:gd name="connsiteY8" fmla="*/ 125804 h 133349"/>
              <a:gd name="connsiteX9" fmla="*/ 153938 w 174378"/>
              <a:gd name="connsiteY9" fmla="*/ 133350 h 133349"/>
              <a:gd name="connsiteX10" fmla="*/ 134522 w 174378"/>
              <a:gd name="connsiteY10" fmla="*/ 26010 h 133349"/>
              <a:gd name="connsiteX11" fmla="*/ 128587 w 174378"/>
              <a:gd name="connsiteY11" fmla="*/ 18464 h 133349"/>
              <a:gd name="connsiteX12" fmla="*/ 153205 w 174378"/>
              <a:gd name="connsiteY12" fmla="*/ 0 h 133349"/>
              <a:gd name="connsiteX13" fmla="*/ 159139 w 174378"/>
              <a:gd name="connsiteY13" fmla="*/ 7546 h 133349"/>
              <a:gd name="connsiteX14" fmla="*/ 134522 w 174378"/>
              <a:gd name="connsiteY14" fmla="*/ 26010 h 133349"/>
              <a:gd name="connsiteX15" fmla="*/ 25277 w 174378"/>
              <a:gd name="connsiteY15" fmla="*/ 123825 h 133349"/>
              <a:gd name="connsiteX16" fmla="*/ 25277 w 174378"/>
              <a:gd name="connsiteY16" fmla="*/ 87556 h 133349"/>
              <a:gd name="connsiteX17" fmla="*/ 15385 w 174378"/>
              <a:gd name="connsiteY17" fmla="*/ 87556 h 133349"/>
              <a:gd name="connsiteX18" fmla="*/ 4496 w 174378"/>
              <a:gd name="connsiteY18" fmla="*/ 83060 h 133349"/>
              <a:gd name="connsiteX19" fmla="*/ 0 w 174378"/>
              <a:gd name="connsiteY19" fmla="*/ 72171 h 133349"/>
              <a:gd name="connsiteX20" fmla="*/ 0 w 174378"/>
              <a:gd name="connsiteY20" fmla="*/ 61912 h 133349"/>
              <a:gd name="connsiteX21" fmla="*/ 4496 w 174378"/>
              <a:gd name="connsiteY21" fmla="*/ 51023 h 133349"/>
              <a:gd name="connsiteX22" fmla="*/ 15385 w 174378"/>
              <a:gd name="connsiteY22" fmla="*/ 46527 h 133349"/>
              <a:gd name="connsiteX23" fmla="*/ 50921 w 174378"/>
              <a:gd name="connsiteY23" fmla="*/ 46527 h 133349"/>
              <a:gd name="connsiteX24" fmla="*/ 88654 w 174378"/>
              <a:gd name="connsiteY24" fmla="*/ 24179 h 133349"/>
              <a:gd name="connsiteX25" fmla="*/ 88654 w 174378"/>
              <a:gd name="connsiteY25" fmla="*/ 109904 h 133349"/>
              <a:gd name="connsiteX26" fmla="*/ 50921 w 174378"/>
              <a:gd name="connsiteY26" fmla="*/ 87556 h 133349"/>
              <a:gd name="connsiteX27" fmla="*/ 34802 w 174378"/>
              <a:gd name="connsiteY27" fmla="*/ 87556 h 133349"/>
              <a:gd name="connsiteX28" fmla="*/ 34802 w 174378"/>
              <a:gd name="connsiteY28" fmla="*/ 123825 h 133349"/>
              <a:gd name="connsiteX29" fmla="*/ 25277 w 174378"/>
              <a:gd name="connsiteY29" fmla="*/ 123825 h 133349"/>
              <a:gd name="connsiteX30" fmla="*/ 79129 w 174378"/>
              <a:gd name="connsiteY30" fmla="*/ 92943 h 133349"/>
              <a:gd name="connsiteX31" fmla="*/ 79129 w 174378"/>
              <a:gd name="connsiteY31" fmla="*/ 41141 h 133349"/>
              <a:gd name="connsiteX32" fmla="*/ 53595 w 174378"/>
              <a:gd name="connsiteY32" fmla="*/ 56052 h 133349"/>
              <a:gd name="connsiteX33" fmla="*/ 15385 w 174378"/>
              <a:gd name="connsiteY33" fmla="*/ 56052 h 133349"/>
              <a:gd name="connsiteX34" fmla="*/ 11356 w 174378"/>
              <a:gd name="connsiteY34" fmla="*/ 57883 h 133349"/>
              <a:gd name="connsiteX35" fmla="*/ 9525 w 174378"/>
              <a:gd name="connsiteY35" fmla="*/ 61912 h 133349"/>
              <a:gd name="connsiteX36" fmla="*/ 9525 w 174378"/>
              <a:gd name="connsiteY36" fmla="*/ 72171 h 133349"/>
              <a:gd name="connsiteX37" fmla="*/ 11356 w 174378"/>
              <a:gd name="connsiteY37" fmla="*/ 76200 h 133349"/>
              <a:gd name="connsiteX38" fmla="*/ 15385 w 174378"/>
              <a:gd name="connsiteY38" fmla="*/ 78031 h 133349"/>
              <a:gd name="connsiteX39" fmla="*/ 53595 w 174378"/>
              <a:gd name="connsiteY39" fmla="*/ 78031 h 133349"/>
              <a:gd name="connsiteX40" fmla="*/ 79129 w 174378"/>
              <a:gd name="connsiteY40" fmla="*/ 92943 h 133349"/>
              <a:gd name="connsiteX41" fmla="*/ 105506 w 174378"/>
              <a:gd name="connsiteY41" fmla="*/ 94555 h 133349"/>
              <a:gd name="connsiteX42" fmla="*/ 105506 w 174378"/>
              <a:gd name="connsiteY42" fmla="*/ 39529 h 133349"/>
              <a:gd name="connsiteX43" fmla="*/ 113209 w 174378"/>
              <a:gd name="connsiteY43" fmla="*/ 51171 h 133349"/>
              <a:gd name="connsiteX44" fmla="*/ 116131 w 174378"/>
              <a:gd name="connsiteY44" fmla="*/ 67042 h 133349"/>
              <a:gd name="connsiteX45" fmla="*/ 113209 w 174378"/>
              <a:gd name="connsiteY45" fmla="*/ 82913 h 133349"/>
              <a:gd name="connsiteX46" fmla="*/ 105506 w 174378"/>
              <a:gd name="connsiteY46" fmla="*/ 94555 h 13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4378" h="133349">
                <a:moveTo>
                  <a:pt x="143606" y="71804"/>
                </a:moveTo>
                <a:lnTo>
                  <a:pt x="143606" y="62279"/>
                </a:lnTo>
                <a:lnTo>
                  <a:pt x="174379" y="62279"/>
                </a:lnTo>
                <a:lnTo>
                  <a:pt x="174379" y="71804"/>
                </a:lnTo>
                <a:lnTo>
                  <a:pt x="143606" y="71804"/>
                </a:lnTo>
                <a:close/>
                <a:moveTo>
                  <a:pt x="153938" y="133350"/>
                </a:moveTo>
                <a:lnTo>
                  <a:pt x="129319" y="114886"/>
                </a:lnTo>
                <a:lnTo>
                  <a:pt x="135255" y="107340"/>
                </a:lnTo>
                <a:lnTo>
                  <a:pt x="159872" y="125804"/>
                </a:lnTo>
                <a:lnTo>
                  <a:pt x="153938" y="133350"/>
                </a:lnTo>
                <a:close/>
                <a:moveTo>
                  <a:pt x="134522" y="26010"/>
                </a:moveTo>
                <a:lnTo>
                  <a:pt x="128587" y="18464"/>
                </a:lnTo>
                <a:lnTo>
                  <a:pt x="153205" y="0"/>
                </a:lnTo>
                <a:lnTo>
                  <a:pt x="159139" y="7546"/>
                </a:lnTo>
                <a:lnTo>
                  <a:pt x="134522" y="26010"/>
                </a:lnTo>
                <a:close/>
                <a:moveTo>
                  <a:pt x="25277" y="123825"/>
                </a:moveTo>
                <a:lnTo>
                  <a:pt x="25277" y="87556"/>
                </a:lnTo>
                <a:lnTo>
                  <a:pt x="15385" y="87556"/>
                </a:lnTo>
                <a:cubicBezTo>
                  <a:pt x="11124" y="87556"/>
                  <a:pt x="7495" y="86058"/>
                  <a:pt x="4496" y="83060"/>
                </a:cubicBezTo>
                <a:cubicBezTo>
                  <a:pt x="1499" y="80062"/>
                  <a:pt x="0" y="76432"/>
                  <a:pt x="0" y="72171"/>
                </a:cubicBezTo>
                <a:lnTo>
                  <a:pt x="0" y="61912"/>
                </a:lnTo>
                <a:cubicBezTo>
                  <a:pt x="0" y="57652"/>
                  <a:pt x="1499" y="54022"/>
                  <a:pt x="4496" y="51023"/>
                </a:cubicBezTo>
                <a:cubicBezTo>
                  <a:pt x="7495" y="48026"/>
                  <a:pt x="11124" y="46527"/>
                  <a:pt x="15385" y="46527"/>
                </a:cubicBezTo>
                <a:lnTo>
                  <a:pt x="50921" y="46527"/>
                </a:lnTo>
                <a:lnTo>
                  <a:pt x="88654" y="24179"/>
                </a:lnTo>
                <a:lnTo>
                  <a:pt x="88654" y="109904"/>
                </a:lnTo>
                <a:lnTo>
                  <a:pt x="50921" y="87556"/>
                </a:lnTo>
                <a:lnTo>
                  <a:pt x="34802" y="87556"/>
                </a:lnTo>
                <a:lnTo>
                  <a:pt x="34802" y="123825"/>
                </a:lnTo>
                <a:lnTo>
                  <a:pt x="25277" y="123825"/>
                </a:lnTo>
                <a:close/>
                <a:moveTo>
                  <a:pt x="79129" y="92943"/>
                </a:moveTo>
                <a:lnTo>
                  <a:pt x="79129" y="41141"/>
                </a:lnTo>
                <a:lnTo>
                  <a:pt x="53595" y="56052"/>
                </a:lnTo>
                <a:lnTo>
                  <a:pt x="15385" y="56052"/>
                </a:lnTo>
                <a:cubicBezTo>
                  <a:pt x="13920" y="56052"/>
                  <a:pt x="12577" y="56663"/>
                  <a:pt x="11356" y="57883"/>
                </a:cubicBezTo>
                <a:cubicBezTo>
                  <a:pt x="10135" y="59104"/>
                  <a:pt x="9525" y="60447"/>
                  <a:pt x="9525" y="61912"/>
                </a:cubicBezTo>
                <a:lnTo>
                  <a:pt x="9525" y="72171"/>
                </a:lnTo>
                <a:cubicBezTo>
                  <a:pt x="9525" y="73636"/>
                  <a:pt x="10135" y="74979"/>
                  <a:pt x="11356" y="76200"/>
                </a:cubicBezTo>
                <a:cubicBezTo>
                  <a:pt x="12577" y="77421"/>
                  <a:pt x="13920" y="78031"/>
                  <a:pt x="15385" y="78031"/>
                </a:cubicBezTo>
                <a:lnTo>
                  <a:pt x="53595" y="78031"/>
                </a:lnTo>
                <a:lnTo>
                  <a:pt x="79129" y="92943"/>
                </a:lnTo>
                <a:close/>
                <a:moveTo>
                  <a:pt x="105506" y="94555"/>
                </a:moveTo>
                <a:lnTo>
                  <a:pt x="105506" y="39529"/>
                </a:lnTo>
                <a:cubicBezTo>
                  <a:pt x="108694" y="42485"/>
                  <a:pt x="111262" y="46365"/>
                  <a:pt x="113209" y="51171"/>
                </a:cubicBezTo>
                <a:cubicBezTo>
                  <a:pt x="115157" y="55976"/>
                  <a:pt x="116131" y="61266"/>
                  <a:pt x="116131" y="67042"/>
                </a:cubicBezTo>
                <a:cubicBezTo>
                  <a:pt x="116131" y="72817"/>
                  <a:pt x="115157" y="78107"/>
                  <a:pt x="113209" y="82913"/>
                </a:cubicBezTo>
                <a:cubicBezTo>
                  <a:pt x="111262" y="87718"/>
                  <a:pt x="108694" y="91599"/>
                  <a:pt x="105506" y="9455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anchor="ctr"/>
          <a:lstStyle/>
          <a:p>
            <a:pPr lvl="0">
              <a:defRPr/>
            </a:pPr>
            <a:endParaRPr lang="ko-KR" altLang="en-US">
              <a:latin typeface="+mn-ea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04DEC11E-0C03-D583-D626-7C077BCBACB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6605879" y="1361048"/>
            <a:ext cx="1384154" cy="4152677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BBBE2BF-7FFE-D52C-D35B-4C986BC50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985323"/>
              </p:ext>
            </p:extLst>
          </p:nvPr>
        </p:nvGraphicFramePr>
        <p:xfrm>
          <a:off x="832033" y="2218512"/>
          <a:ext cx="8688973" cy="277230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9814">
                  <a:extLst>
                    <a:ext uri="{9D8B030D-6E8A-4147-A177-3AD203B41FA5}">
                      <a16:colId xmlns:a16="http://schemas.microsoft.com/office/drawing/2014/main" val="1400877652"/>
                    </a:ext>
                  </a:extLst>
                </a:gridCol>
                <a:gridCol w="1947350">
                  <a:extLst>
                    <a:ext uri="{9D8B030D-6E8A-4147-A177-3AD203B41FA5}">
                      <a16:colId xmlns:a16="http://schemas.microsoft.com/office/drawing/2014/main" val="420235672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44072728"/>
                    </a:ext>
                  </a:extLst>
                </a:gridCol>
                <a:gridCol w="4385665">
                  <a:extLst>
                    <a:ext uri="{9D8B030D-6E8A-4147-A177-3AD203B41FA5}">
                      <a16:colId xmlns:a16="http://schemas.microsoft.com/office/drawing/2014/main" val="4013006422"/>
                    </a:ext>
                  </a:extLst>
                </a:gridCol>
              </a:tblGrid>
              <a:tr h="421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현관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10735"/>
                  </a:ext>
                </a:extLst>
              </a:tr>
              <a:tr h="1643524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66355"/>
                  </a:ext>
                </a:extLst>
              </a:tr>
              <a:tr h="3582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2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벽체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하자내용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벽지파손</a:t>
                      </a:r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87561"/>
                  </a:ext>
                </a:extLst>
              </a:tr>
              <a:tr h="3491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특이사항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흡짐오염</a:t>
                      </a:r>
                      <a:endParaRPr lang="ko-KR" alt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174558"/>
                  </a:ext>
                </a:extLst>
              </a:tr>
            </a:tbl>
          </a:graphicData>
        </a:graphic>
      </p:graphicFrame>
      <p:pic>
        <p:nvPicPr>
          <p:cNvPr id="72" name="그림 71">
            <a:extLst>
              <a:ext uri="{FF2B5EF4-FFF2-40B4-BE49-F238E27FC236}">
                <a16:creationId xmlns:a16="http://schemas.microsoft.com/office/drawing/2014/main" id="{FCF2C6A5-4618-5C32-CA4D-233FB2070B3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292427" y="1379989"/>
            <a:ext cx="1384152" cy="4114795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BEB34CCB-5FA5-605E-12A8-73244DC4718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6586002" y="4392335"/>
            <a:ext cx="1384154" cy="4152677"/>
          </a:xfrm>
          <a:prstGeom prst="rect">
            <a:avLst/>
          </a:prstGeom>
        </p:spPr>
      </p:pic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A48B6A6D-B4DA-A328-95DF-DBD8375C0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582450"/>
              </p:ext>
            </p:extLst>
          </p:nvPr>
        </p:nvGraphicFramePr>
        <p:xfrm>
          <a:off x="812156" y="5249799"/>
          <a:ext cx="8688973" cy="277230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9814">
                  <a:extLst>
                    <a:ext uri="{9D8B030D-6E8A-4147-A177-3AD203B41FA5}">
                      <a16:colId xmlns:a16="http://schemas.microsoft.com/office/drawing/2014/main" val="1400877652"/>
                    </a:ext>
                  </a:extLst>
                </a:gridCol>
                <a:gridCol w="1947350">
                  <a:extLst>
                    <a:ext uri="{9D8B030D-6E8A-4147-A177-3AD203B41FA5}">
                      <a16:colId xmlns:a16="http://schemas.microsoft.com/office/drawing/2014/main" val="420235672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44072728"/>
                    </a:ext>
                  </a:extLst>
                </a:gridCol>
                <a:gridCol w="4385665">
                  <a:extLst>
                    <a:ext uri="{9D8B030D-6E8A-4147-A177-3AD203B41FA5}">
                      <a16:colId xmlns:a16="http://schemas.microsoft.com/office/drawing/2014/main" val="4013006422"/>
                    </a:ext>
                  </a:extLst>
                </a:gridCol>
              </a:tblGrid>
              <a:tr h="421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현관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10735"/>
                  </a:ext>
                </a:extLst>
              </a:tr>
              <a:tr h="1643524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66355"/>
                  </a:ext>
                </a:extLst>
              </a:tr>
              <a:tr h="3582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2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벽체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하자내용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벽지파손</a:t>
                      </a:r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87561"/>
                  </a:ext>
                </a:extLst>
              </a:tr>
              <a:tr h="3491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특이사항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흡짐오염</a:t>
                      </a:r>
                      <a:endParaRPr lang="ko-KR" alt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174558"/>
                  </a:ext>
                </a:extLst>
              </a:tr>
            </a:tbl>
          </a:graphicData>
        </a:graphic>
      </p:graphicFrame>
      <p:pic>
        <p:nvPicPr>
          <p:cNvPr id="85" name="그림 84">
            <a:extLst>
              <a:ext uri="{FF2B5EF4-FFF2-40B4-BE49-F238E27FC236}">
                <a16:creationId xmlns:a16="http://schemas.microsoft.com/office/drawing/2014/main" id="{F634847D-95F8-07A4-09EC-FB7A6D1762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272550" y="4411276"/>
            <a:ext cx="1384152" cy="4114795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282E0E49-94C1-76BC-BB45-77A828AEFA5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6566125" y="7423622"/>
            <a:ext cx="1384154" cy="4152677"/>
          </a:xfrm>
          <a:prstGeom prst="rect">
            <a:avLst/>
          </a:prstGeom>
        </p:spPr>
      </p:pic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D20529BD-E5BD-1415-9933-F4A4B3A59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564832"/>
              </p:ext>
            </p:extLst>
          </p:nvPr>
        </p:nvGraphicFramePr>
        <p:xfrm>
          <a:off x="792279" y="8281086"/>
          <a:ext cx="8688973" cy="277230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9814">
                  <a:extLst>
                    <a:ext uri="{9D8B030D-6E8A-4147-A177-3AD203B41FA5}">
                      <a16:colId xmlns:a16="http://schemas.microsoft.com/office/drawing/2014/main" val="1400877652"/>
                    </a:ext>
                  </a:extLst>
                </a:gridCol>
                <a:gridCol w="1947350">
                  <a:extLst>
                    <a:ext uri="{9D8B030D-6E8A-4147-A177-3AD203B41FA5}">
                      <a16:colId xmlns:a16="http://schemas.microsoft.com/office/drawing/2014/main" val="420235672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44072728"/>
                    </a:ext>
                  </a:extLst>
                </a:gridCol>
                <a:gridCol w="4385665">
                  <a:extLst>
                    <a:ext uri="{9D8B030D-6E8A-4147-A177-3AD203B41FA5}">
                      <a16:colId xmlns:a16="http://schemas.microsoft.com/office/drawing/2014/main" val="4013006422"/>
                    </a:ext>
                  </a:extLst>
                </a:gridCol>
              </a:tblGrid>
              <a:tr h="421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현관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10735"/>
                  </a:ext>
                </a:extLst>
              </a:tr>
              <a:tr h="1643524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66355"/>
                  </a:ext>
                </a:extLst>
              </a:tr>
              <a:tr h="3582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2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벽체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하자내용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벽지파손</a:t>
                      </a:r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87561"/>
                  </a:ext>
                </a:extLst>
              </a:tr>
              <a:tr h="3491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특이사항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흡짐오염</a:t>
                      </a:r>
                      <a:endParaRPr lang="ko-KR" alt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174558"/>
                  </a:ext>
                </a:extLst>
              </a:tr>
            </a:tbl>
          </a:graphicData>
        </a:graphic>
      </p:graphicFrame>
      <p:pic>
        <p:nvPicPr>
          <p:cNvPr id="88" name="그림 87">
            <a:extLst>
              <a:ext uri="{FF2B5EF4-FFF2-40B4-BE49-F238E27FC236}">
                <a16:creationId xmlns:a16="http://schemas.microsoft.com/office/drawing/2014/main" id="{2F204E10-0726-4F1D-1932-D8B99CA1CBA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252673" y="7442563"/>
            <a:ext cx="1384152" cy="4114795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CA66E08E-E97D-3BC6-2F63-0275E306008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6546248" y="10454909"/>
            <a:ext cx="1384154" cy="4152677"/>
          </a:xfrm>
          <a:prstGeom prst="rect">
            <a:avLst/>
          </a:prstGeom>
        </p:spPr>
      </p:pic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F7B759CB-8E06-DD3E-65B4-6A76E1A1A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776989"/>
              </p:ext>
            </p:extLst>
          </p:nvPr>
        </p:nvGraphicFramePr>
        <p:xfrm>
          <a:off x="772402" y="11312373"/>
          <a:ext cx="8688973" cy="277230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9814">
                  <a:extLst>
                    <a:ext uri="{9D8B030D-6E8A-4147-A177-3AD203B41FA5}">
                      <a16:colId xmlns:a16="http://schemas.microsoft.com/office/drawing/2014/main" val="1400877652"/>
                    </a:ext>
                  </a:extLst>
                </a:gridCol>
                <a:gridCol w="1947350">
                  <a:extLst>
                    <a:ext uri="{9D8B030D-6E8A-4147-A177-3AD203B41FA5}">
                      <a16:colId xmlns:a16="http://schemas.microsoft.com/office/drawing/2014/main" val="420235672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44072728"/>
                    </a:ext>
                  </a:extLst>
                </a:gridCol>
                <a:gridCol w="4385665">
                  <a:extLst>
                    <a:ext uri="{9D8B030D-6E8A-4147-A177-3AD203B41FA5}">
                      <a16:colId xmlns:a16="http://schemas.microsoft.com/office/drawing/2014/main" val="4013006422"/>
                    </a:ext>
                  </a:extLst>
                </a:gridCol>
              </a:tblGrid>
              <a:tr h="421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현관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10735"/>
                  </a:ext>
                </a:extLst>
              </a:tr>
              <a:tr h="1643524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66355"/>
                  </a:ext>
                </a:extLst>
              </a:tr>
              <a:tr h="3582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2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벽체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하자내용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벽지파손</a:t>
                      </a:r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87561"/>
                  </a:ext>
                </a:extLst>
              </a:tr>
              <a:tr h="34915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특이사항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흡짐오염</a:t>
                      </a:r>
                      <a:endParaRPr lang="ko-KR" alt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174558"/>
                  </a:ext>
                </a:extLst>
              </a:tr>
            </a:tbl>
          </a:graphicData>
        </a:graphic>
      </p:graphicFrame>
      <p:pic>
        <p:nvPicPr>
          <p:cNvPr id="91" name="그림 90">
            <a:extLst>
              <a:ext uri="{FF2B5EF4-FFF2-40B4-BE49-F238E27FC236}">
                <a16:creationId xmlns:a16="http://schemas.microsoft.com/office/drawing/2014/main" id="{DA705F36-71CA-4519-CB55-A99BB0DC393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232796" y="10473850"/>
            <a:ext cx="1384152" cy="411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5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>
            <a:grpSpLocks noGrp="1" noUngrp="1" noRot="1" noMove="1" noResize="1"/>
          </p:cNvGrpSpPr>
          <p:nvPr/>
        </p:nvGrpSpPr>
        <p:grpSpPr>
          <a:xfrm>
            <a:off x="0" y="-33746"/>
            <a:ext cx="10083800" cy="1238360"/>
            <a:chOff x="0" y="4583"/>
            <a:chExt cx="7848600" cy="2633345"/>
          </a:xfrm>
        </p:grpSpPr>
        <p:pic>
          <p:nvPicPr>
            <p:cNvPr id="3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332"/>
              <a:ext cx="7848600" cy="2627258"/>
            </a:xfrm>
            <a:prstGeom prst="rect">
              <a:avLst/>
            </a:prstGeom>
          </p:spPr>
        </p:pic>
        <p:pic>
          <p:nvPicPr>
            <p:cNvPr id="4" name="object 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1" y="4583"/>
              <a:ext cx="7021144" cy="263300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429458" y="155565"/>
            <a:ext cx="3654970" cy="1048888"/>
            <a:chOff x="5004289" y="25368"/>
            <a:chExt cx="2844800" cy="261239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4529" y="25368"/>
              <a:ext cx="1505554" cy="13179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9585" y="26748"/>
              <a:ext cx="1369014" cy="13179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46274" y="1319841"/>
              <a:ext cx="1505553" cy="13179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04289" y="1316838"/>
              <a:ext cx="2844310" cy="1317917"/>
            </a:xfrm>
            <a:prstGeom prst="rect">
              <a:avLst/>
            </a:prstGeom>
          </p:spPr>
        </p:pic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FE0C1D2-38AB-2A91-ED29-951F216829A0}"/>
              </a:ext>
            </a:extLst>
          </p:cNvPr>
          <p:cNvSpPr/>
          <p:nvPr/>
        </p:nvSpPr>
        <p:spPr>
          <a:xfrm>
            <a:off x="711626" y="1416620"/>
            <a:ext cx="30341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열화상 점검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</a:p>
        </p:txBody>
      </p:sp>
      <p:sp>
        <p:nvSpPr>
          <p:cNvPr id="43" name="그래픽 49">
            <a:extLst>
              <a:ext uri="{FF2B5EF4-FFF2-40B4-BE49-F238E27FC236}">
                <a16:creationId xmlns:a16="http://schemas.microsoft.com/office/drawing/2014/main" id="{8FC2C781-7F18-D176-B39C-50AEBCB1F64A}"/>
              </a:ext>
            </a:extLst>
          </p:cNvPr>
          <p:cNvSpPr/>
          <p:nvPr/>
        </p:nvSpPr>
        <p:spPr>
          <a:xfrm>
            <a:off x="393700" y="1753985"/>
            <a:ext cx="251420" cy="192264"/>
          </a:xfrm>
          <a:custGeom>
            <a:avLst/>
            <a:gdLst>
              <a:gd name="connsiteX0" fmla="*/ 143606 w 174378"/>
              <a:gd name="connsiteY0" fmla="*/ 71804 h 133349"/>
              <a:gd name="connsiteX1" fmla="*/ 143606 w 174378"/>
              <a:gd name="connsiteY1" fmla="*/ 62279 h 133349"/>
              <a:gd name="connsiteX2" fmla="*/ 174379 w 174378"/>
              <a:gd name="connsiteY2" fmla="*/ 62279 h 133349"/>
              <a:gd name="connsiteX3" fmla="*/ 174379 w 174378"/>
              <a:gd name="connsiteY3" fmla="*/ 71804 h 133349"/>
              <a:gd name="connsiteX4" fmla="*/ 143606 w 174378"/>
              <a:gd name="connsiteY4" fmla="*/ 71804 h 133349"/>
              <a:gd name="connsiteX5" fmla="*/ 153938 w 174378"/>
              <a:gd name="connsiteY5" fmla="*/ 133350 h 133349"/>
              <a:gd name="connsiteX6" fmla="*/ 129319 w 174378"/>
              <a:gd name="connsiteY6" fmla="*/ 114886 h 133349"/>
              <a:gd name="connsiteX7" fmla="*/ 135255 w 174378"/>
              <a:gd name="connsiteY7" fmla="*/ 107340 h 133349"/>
              <a:gd name="connsiteX8" fmla="*/ 159872 w 174378"/>
              <a:gd name="connsiteY8" fmla="*/ 125804 h 133349"/>
              <a:gd name="connsiteX9" fmla="*/ 153938 w 174378"/>
              <a:gd name="connsiteY9" fmla="*/ 133350 h 133349"/>
              <a:gd name="connsiteX10" fmla="*/ 134522 w 174378"/>
              <a:gd name="connsiteY10" fmla="*/ 26010 h 133349"/>
              <a:gd name="connsiteX11" fmla="*/ 128587 w 174378"/>
              <a:gd name="connsiteY11" fmla="*/ 18464 h 133349"/>
              <a:gd name="connsiteX12" fmla="*/ 153205 w 174378"/>
              <a:gd name="connsiteY12" fmla="*/ 0 h 133349"/>
              <a:gd name="connsiteX13" fmla="*/ 159139 w 174378"/>
              <a:gd name="connsiteY13" fmla="*/ 7546 h 133349"/>
              <a:gd name="connsiteX14" fmla="*/ 134522 w 174378"/>
              <a:gd name="connsiteY14" fmla="*/ 26010 h 133349"/>
              <a:gd name="connsiteX15" fmla="*/ 25277 w 174378"/>
              <a:gd name="connsiteY15" fmla="*/ 123825 h 133349"/>
              <a:gd name="connsiteX16" fmla="*/ 25277 w 174378"/>
              <a:gd name="connsiteY16" fmla="*/ 87556 h 133349"/>
              <a:gd name="connsiteX17" fmla="*/ 15385 w 174378"/>
              <a:gd name="connsiteY17" fmla="*/ 87556 h 133349"/>
              <a:gd name="connsiteX18" fmla="*/ 4496 w 174378"/>
              <a:gd name="connsiteY18" fmla="*/ 83060 h 133349"/>
              <a:gd name="connsiteX19" fmla="*/ 0 w 174378"/>
              <a:gd name="connsiteY19" fmla="*/ 72171 h 133349"/>
              <a:gd name="connsiteX20" fmla="*/ 0 w 174378"/>
              <a:gd name="connsiteY20" fmla="*/ 61912 h 133349"/>
              <a:gd name="connsiteX21" fmla="*/ 4496 w 174378"/>
              <a:gd name="connsiteY21" fmla="*/ 51023 h 133349"/>
              <a:gd name="connsiteX22" fmla="*/ 15385 w 174378"/>
              <a:gd name="connsiteY22" fmla="*/ 46527 h 133349"/>
              <a:gd name="connsiteX23" fmla="*/ 50921 w 174378"/>
              <a:gd name="connsiteY23" fmla="*/ 46527 h 133349"/>
              <a:gd name="connsiteX24" fmla="*/ 88654 w 174378"/>
              <a:gd name="connsiteY24" fmla="*/ 24179 h 133349"/>
              <a:gd name="connsiteX25" fmla="*/ 88654 w 174378"/>
              <a:gd name="connsiteY25" fmla="*/ 109904 h 133349"/>
              <a:gd name="connsiteX26" fmla="*/ 50921 w 174378"/>
              <a:gd name="connsiteY26" fmla="*/ 87556 h 133349"/>
              <a:gd name="connsiteX27" fmla="*/ 34802 w 174378"/>
              <a:gd name="connsiteY27" fmla="*/ 87556 h 133349"/>
              <a:gd name="connsiteX28" fmla="*/ 34802 w 174378"/>
              <a:gd name="connsiteY28" fmla="*/ 123825 h 133349"/>
              <a:gd name="connsiteX29" fmla="*/ 25277 w 174378"/>
              <a:gd name="connsiteY29" fmla="*/ 123825 h 133349"/>
              <a:gd name="connsiteX30" fmla="*/ 79129 w 174378"/>
              <a:gd name="connsiteY30" fmla="*/ 92943 h 133349"/>
              <a:gd name="connsiteX31" fmla="*/ 79129 w 174378"/>
              <a:gd name="connsiteY31" fmla="*/ 41141 h 133349"/>
              <a:gd name="connsiteX32" fmla="*/ 53595 w 174378"/>
              <a:gd name="connsiteY32" fmla="*/ 56052 h 133349"/>
              <a:gd name="connsiteX33" fmla="*/ 15385 w 174378"/>
              <a:gd name="connsiteY33" fmla="*/ 56052 h 133349"/>
              <a:gd name="connsiteX34" fmla="*/ 11356 w 174378"/>
              <a:gd name="connsiteY34" fmla="*/ 57883 h 133349"/>
              <a:gd name="connsiteX35" fmla="*/ 9525 w 174378"/>
              <a:gd name="connsiteY35" fmla="*/ 61912 h 133349"/>
              <a:gd name="connsiteX36" fmla="*/ 9525 w 174378"/>
              <a:gd name="connsiteY36" fmla="*/ 72171 h 133349"/>
              <a:gd name="connsiteX37" fmla="*/ 11356 w 174378"/>
              <a:gd name="connsiteY37" fmla="*/ 76200 h 133349"/>
              <a:gd name="connsiteX38" fmla="*/ 15385 w 174378"/>
              <a:gd name="connsiteY38" fmla="*/ 78031 h 133349"/>
              <a:gd name="connsiteX39" fmla="*/ 53595 w 174378"/>
              <a:gd name="connsiteY39" fmla="*/ 78031 h 133349"/>
              <a:gd name="connsiteX40" fmla="*/ 79129 w 174378"/>
              <a:gd name="connsiteY40" fmla="*/ 92943 h 133349"/>
              <a:gd name="connsiteX41" fmla="*/ 105506 w 174378"/>
              <a:gd name="connsiteY41" fmla="*/ 94555 h 133349"/>
              <a:gd name="connsiteX42" fmla="*/ 105506 w 174378"/>
              <a:gd name="connsiteY42" fmla="*/ 39529 h 133349"/>
              <a:gd name="connsiteX43" fmla="*/ 113209 w 174378"/>
              <a:gd name="connsiteY43" fmla="*/ 51171 h 133349"/>
              <a:gd name="connsiteX44" fmla="*/ 116131 w 174378"/>
              <a:gd name="connsiteY44" fmla="*/ 67042 h 133349"/>
              <a:gd name="connsiteX45" fmla="*/ 113209 w 174378"/>
              <a:gd name="connsiteY45" fmla="*/ 82913 h 133349"/>
              <a:gd name="connsiteX46" fmla="*/ 105506 w 174378"/>
              <a:gd name="connsiteY46" fmla="*/ 94555 h 13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4378" h="133349">
                <a:moveTo>
                  <a:pt x="143606" y="71804"/>
                </a:moveTo>
                <a:lnTo>
                  <a:pt x="143606" y="62279"/>
                </a:lnTo>
                <a:lnTo>
                  <a:pt x="174379" y="62279"/>
                </a:lnTo>
                <a:lnTo>
                  <a:pt x="174379" y="71804"/>
                </a:lnTo>
                <a:lnTo>
                  <a:pt x="143606" y="71804"/>
                </a:lnTo>
                <a:close/>
                <a:moveTo>
                  <a:pt x="153938" y="133350"/>
                </a:moveTo>
                <a:lnTo>
                  <a:pt x="129319" y="114886"/>
                </a:lnTo>
                <a:lnTo>
                  <a:pt x="135255" y="107340"/>
                </a:lnTo>
                <a:lnTo>
                  <a:pt x="159872" y="125804"/>
                </a:lnTo>
                <a:lnTo>
                  <a:pt x="153938" y="133350"/>
                </a:lnTo>
                <a:close/>
                <a:moveTo>
                  <a:pt x="134522" y="26010"/>
                </a:moveTo>
                <a:lnTo>
                  <a:pt x="128587" y="18464"/>
                </a:lnTo>
                <a:lnTo>
                  <a:pt x="153205" y="0"/>
                </a:lnTo>
                <a:lnTo>
                  <a:pt x="159139" y="7546"/>
                </a:lnTo>
                <a:lnTo>
                  <a:pt x="134522" y="26010"/>
                </a:lnTo>
                <a:close/>
                <a:moveTo>
                  <a:pt x="25277" y="123825"/>
                </a:moveTo>
                <a:lnTo>
                  <a:pt x="25277" y="87556"/>
                </a:lnTo>
                <a:lnTo>
                  <a:pt x="15385" y="87556"/>
                </a:lnTo>
                <a:cubicBezTo>
                  <a:pt x="11124" y="87556"/>
                  <a:pt x="7495" y="86058"/>
                  <a:pt x="4496" y="83060"/>
                </a:cubicBezTo>
                <a:cubicBezTo>
                  <a:pt x="1499" y="80062"/>
                  <a:pt x="0" y="76432"/>
                  <a:pt x="0" y="72171"/>
                </a:cubicBezTo>
                <a:lnTo>
                  <a:pt x="0" y="61912"/>
                </a:lnTo>
                <a:cubicBezTo>
                  <a:pt x="0" y="57652"/>
                  <a:pt x="1499" y="54022"/>
                  <a:pt x="4496" y="51023"/>
                </a:cubicBezTo>
                <a:cubicBezTo>
                  <a:pt x="7495" y="48026"/>
                  <a:pt x="11124" y="46527"/>
                  <a:pt x="15385" y="46527"/>
                </a:cubicBezTo>
                <a:lnTo>
                  <a:pt x="50921" y="46527"/>
                </a:lnTo>
                <a:lnTo>
                  <a:pt x="88654" y="24179"/>
                </a:lnTo>
                <a:lnTo>
                  <a:pt x="88654" y="109904"/>
                </a:lnTo>
                <a:lnTo>
                  <a:pt x="50921" y="87556"/>
                </a:lnTo>
                <a:lnTo>
                  <a:pt x="34802" y="87556"/>
                </a:lnTo>
                <a:lnTo>
                  <a:pt x="34802" y="123825"/>
                </a:lnTo>
                <a:lnTo>
                  <a:pt x="25277" y="123825"/>
                </a:lnTo>
                <a:close/>
                <a:moveTo>
                  <a:pt x="79129" y="92943"/>
                </a:moveTo>
                <a:lnTo>
                  <a:pt x="79129" y="41141"/>
                </a:lnTo>
                <a:lnTo>
                  <a:pt x="53595" y="56052"/>
                </a:lnTo>
                <a:lnTo>
                  <a:pt x="15385" y="56052"/>
                </a:lnTo>
                <a:cubicBezTo>
                  <a:pt x="13920" y="56052"/>
                  <a:pt x="12577" y="56663"/>
                  <a:pt x="11356" y="57883"/>
                </a:cubicBezTo>
                <a:cubicBezTo>
                  <a:pt x="10135" y="59104"/>
                  <a:pt x="9525" y="60447"/>
                  <a:pt x="9525" y="61912"/>
                </a:cubicBezTo>
                <a:lnTo>
                  <a:pt x="9525" y="72171"/>
                </a:lnTo>
                <a:cubicBezTo>
                  <a:pt x="9525" y="73636"/>
                  <a:pt x="10135" y="74979"/>
                  <a:pt x="11356" y="76200"/>
                </a:cubicBezTo>
                <a:cubicBezTo>
                  <a:pt x="12577" y="77421"/>
                  <a:pt x="13920" y="78031"/>
                  <a:pt x="15385" y="78031"/>
                </a:cubicBezTo>
                <a:lnTo>
                  <a:pt x="53595" y="78031"/>
                </a:lnTo>
                <a:lnTo>
                  <a:pt x="79129" y="92943"/>
                </a:lnTo>
                <a:close/>
                <a:moveTo>
                  <a:pt x="105506" y="94555"/>
                </a:moveTo>
                <a:lnTo>
                  <a:pt x="105506" y="39529"/>
                </a:lnTo>
                <a:cubicBezTo>
                  <a:pt x="108694" y="42485"/>
                  <a:pt x="111262" y="46365"/>
                  <a:pt x="113209" y="51171"/>
                </a:cubicBezTo>
                <a:cubicBezTo>
                  <a:pt x="115157" y="55976"/>
                  <a:pt x="116131" y="61266"/>
                  <a:pt x="116131" y="67042"/>
                </a:cubicBezTo>
                <a:cubicBezTo>
                  <a:pt x="116131" y="72817"/>
                  <a:pt x="115157" y="78107"/>
                  <a:pt x="113209" y="82913"/>
                </a:cubicBezTo>
                <a:cubicBezTo>
                  <a:pt x="111262" y="87718"/>
                  <a:pt x="108694" y="91599"/>
                  <a:pt x="105506" y="9455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CB2F522-1C65-86D0-0F5D-A3C56C201028}"/>
              </a:ext>
            </a:extLst>
          </p:cNvPr>
          <p:cNvSpPr/>
          <p:nvPr/>
        </p:nvSpPr>
        <p:spPr>
          <a:xfrm>
            <a:off x="469900" y="1430196"/>
            <a:ext cx="443624" cy="443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9" name="그래픽 49">
            <a:extLst>
              <a:ext uri="{FF2B5EF4-FFF2-40B4-BE49-F238E27FC236}">
                <a16:creationId xmlns:a16="http://schemas.microsoft.com/office/drawing/2014/main" id="{09FA686A-F3DF-42B2-65CB-AB78A6DC8FFC}"/>
              </a:ext>
            </a:extLst>
          </p:cNvPr>
          <p:cNvSpPr/>
          <p:nvPr/>
        </p:nvSpPr>
        <p:spPr>
          <a:xfrm>
            <a:off x="566002" y="1555876"/>
            <a:ext cx="251420" cy="192264"/>
          </a:xfrm>
          <a:custGeom>
            <a:avLst/>
            <a:gdLst>
              <a:gd name="connsiteX0" fmla="*/ 143606 w 174378"/>
              <a:gd name="connsiteY0" fmla="*/ 71804 h 133349"/>
              <a:gd name="connsiteX1" fmla="*/ 143606 w 174378"/>
              <a:gd name="connsiteY1" fmla="*/ 62279 h 133349"/>
              <a:gd name="connsiteX2" fmla="*/ 174379 w 174378"/>
              <a:gd name="connsiteY2" fmla="*/ 62279 h 133349"/>
              <a:gd name="connsiteX3" fmla="*/ 174379 w 174378"/>
              <a:gd name="connsiteY3" fmla="*/ 71804 h 133349"/>
              <a:gd name="connsiteX4" fmla="*/ 143606 w 174378"/>
              <a:gd name="connsiteY4" fmla="*/ 71804 h 133349"/>
              <a:gd name="connsiteX5" fmla="*/ 153938 w 174378"/>
              <a:gd name="connsiteY5" fmla="*/ 133350 h 133349"/>
              <a:gd name="connsiteX6" fmla="*/ 129319 w 174378"/>
              <a:gd name="connsiteY6" fmla="*/ 114886 h 133349"/>
              <a:gd name="connsiteX7" fmla="*/ 135255 w 174378"/>
              <a:gd name="connsiteY7" fmla="*/ 107340 h 133349"/>
              <a:gd name="connsiteX8" fmla="*/ 159872 w 174378"/>
              <a:gd name="connsiteY8" fmla="*/ 125804 h 133349"/>
              <a:gd name="connsiteX9" fmla="*/ 153938 w 174378"/>
              <a:gd name="connsiteY9" fmla="*/ 133350 h 133349"/>
              <a:gd name="connsiteX10" fmla="*/ 134522 w 174378"/>
              <a:gd name="connsiteY10" fmla="*/ 26010 h 133349"/>
              <a:gd name="connsiteX11" fmla="*/ 128587 w 174378"/>
              <a:gd name="connsiteY11" fmla="*/ 18464 h 133349"/>
              <a:gd name="connsiteX12" fmla="*/ 153205 w 174378"/>
              <a:gd name="connsiteY12" fmla="*/ 0 h 133349"/>
              <a:gd name="connsiteX13" fmla="*/ 159139 w 174378"/>
              <a:gd name="connsiteY13" fmla="*/ 7546 h 133349"/>
              <a:gd name="connsiteX14" fmla="*/ 134522 w 174378"/>
              <a:gd name="connsiteY14" fmla="*/ 26010 h 133349"/>
              <a:gd name="connsiteX15" fmla="*/ 25277 w 174378"/>
              <a:gd name="connsiteY15" fmla="*/ 123825 h 133349"/>
              <a:gd name="connsiteX16" fmla="*/ 25277 w 174378"/>
              <a:gd name="connsiteY16" fmla="*/ 87556 h 133349"/>
              <a:gd name="connsiteX17" fmla="*/ 15385 w 174378"/>
              <a:gd name="connsiteY17" fmla="*/ 87556 h 133349"/>
              <a:gd name="connsiteX18" fmla="*/ 4496 w 174378"/>
              <a:gd name="connsiteY18" fmla="*/ 83060 h 133349"/>
              <a:gd name="connsiteX19" fmla="*/ 0 w 174378"/>
              <a:gd name="connsiteY19" fmla="*/ 72171 h 133349"/>
              <a:gd name="connsiteX20" fmla="*/ 0 w 174378"/>
              <a:gd name="connsiteY20" fmla="*/ 61912 h 133349"/>
              <a:gd name="connsiteX21" fmla="*/ 4496 w 174378"/>
              <a:gd name="connsiteY21" fmla="*/ 51023 h 133349"/>
              <a:gd name="connsiteX22" fmla="*/ 15385 w 174378"/>
              <a:gd name="connsiteY22" fmla="*/ 46527 h 133349"/>
              <a:gd name="connsiteX23" fmla="*/ 50921 w 174378"/>
              <a:gd name="connsiteY23" fmla="*/ 46527 h 133349"/>
              <a:gd name="connsiteX24" fmla="*/ 88654 w 174378"/>
              <a:gd name="connsiteY24" fmla="*/ 24179 h 133349"/>
              <a:gd name="connsiteX25" fmla="*/ 88654 w 174378"/>
              <a:gd name="connsiteY25" fmla="*/ 109904 h 133349"/>
              <a:gd name="connsiteX26" fmla="*/ 50921 w 174378"/>
              <a:gd name="connsiteY26" fmla="*/ 87556 h 133349"/>
              <a:gd name="connsiteX27" fmla="*/ 34802 w 174378"/>
              <a:gd name="connsiteY27" fmla="*/ 87556 h 133349"/>
              <a:gd name="connsiteX28" fmla="*/ 34802 w 174378"/>
              <a:gd name="connsiteY28" fmla="*/ 123825 h 133349"/>
              <a:gd name="connsiteX29" fmla="*/ 25277 w 174378"/>
              <a:gd name="connsiteY29" fmla="*/ 123825 h 133349"/>
              <a:gd name="connsiteX30" fmla="*/ 79129 w 174378"/>
              <a:gd name="connsiteY30" fmla="*/ 92943 h 133349"/>
              <a:gd name="connsiteX31" fmla="*/ 79129 w 174378"/>
              <a:gd name="connsiteY31" fmla="*/ 41141 h 133349"/>
              <a:gd name="connsiteX32" fmla="*/ 53595 w 174378"/>
              <a:gd name="connsiteY32" fmla="*/ 56052 h 133349"/>
              <a:gd name="connsiteX33" fmla="*/ 15385 w 174378"/>
              <a:gd name="connsiteY33" fmla="*/ 56052 h 133349"/>
              <a:gd name="connsiteX34" fmla="*/ 11356 w 174378"/>
              <a:gd name="connsiteY34" fmla="*/ 57883 h 133349"/>
              <a:gd name="connsiteX35" fmla="*/ 9525 w 174378"/>
              <a:gd name="connsiteY35" fmla="*/ 61912 h 133349"/>
              <a:gd name="connsiteX36" fmla="*/ 9525 w 174378"/>
              <a:gd name="connsiteY36" fmla="*/ 72171 h 133349"/>
              <a:gd name="connsiteX37" fmla="*/ 11356 w 174378"/>
              <a:gd name="connsiteY37" fmla="*/ 76200 h 133349"/>
              <a:gd name="connsiteX38" fmla="*/ 15385 w 174378"/>
              <a:gd name="connsiteY38" fmla="*/ 78031 h 133349"/>
              <a:gd name="connsiteX39" fmla="*/ 53595 w 174378"/>
              <a:gd name="connsiteY39" fmla="*/ 78031 h 133349"/>
              <a:gd name="connsiteX40" fmla="*/ 79129 w 174378"/>
              <a:gd name="connsiteY40" fmla="*/ 92943 h 133349"/>
              <a:gd name="connsiteX41" fmla="*/ 105506 w 174378"/>
              <a:gd name="connsiteY41" fmla="*/ 94555 h 133349"/>
              <a:gd name="connsiteX42" fmla="*/ 105506 w 174378"/>
              <a:gd name="connsiteY42" fmla="*/ 39529 h 133349"/>
              <a:gd name="connsiteX43" fmla="*/ 113209 w 174378"/>
              <a:gd name="connsiteY43" fmla="*/ 51171 h 133349"/>
              <a:gd name="connsiteX44" fmla="*/ 116131 w 174378"/>
              <a:gd name="connsiteY44" fmla="*/ 67042 h 133349"/>
              <a:gd name="connsiteX45" fmla="*/ 113209 w 174378"/>
              <a:gd name="connsiteY45" fmla="*/ 82913 h 133349"/>
              <a:gd name="connsiteX46" fmla="*/ 105506 w 174378"/>
              <a:gd name="connsiteY46" fmla="*/ 94555 h 13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4378" h="133349">
                <a:moveTo>
                  <a:pt x="143606" y="71804"/>
                </a:moveTo>
                <a:lnTo>
                  <a:pt x="143606" y="62279"/>
                </a:lnTo>
                <a:lnTo>
                  <a:pt x="174379" y="62279"/>
                </a:lnTo>
                <a:lnTo>
                  <a:pt x="174379" y="71804"/>
                </a:lnTo>
                <a:lnTo>
                  <a:pt x="143606" y="71804"/>
                </a:lnTo>
                <a:close/>
                <a:moveTo>
                  <a:pt x="153938" y="133350"/>
                </a:moveTo>
                <a:lnTo>
                  <a:pt x="129319" y="114886"/>
                </a:lnTo>
                <a:lnTo>
                  <a:pt x="135255" y="107340"/>
                </a:lnTo>
                <a:lnTo>
                  <a:pt x="159872" y="125804"/>
                </a:lnTo>
                <a:lnTo>
                  <a:pt x="153938" y="133350"/>
                </a:lnTo>
                <a:close/>
                <a:moveTo>
                  <a:pt x="134522" y="26010"/>
                </a:moveTo>
                <a:lnTo>
                  <a:pt x="128587" y="18464"/>
                </a:lnTo>
                <a:lnTo>
                  <a:pt x="153205" y="0"/>
                </a:lnTo>
                <a:lnTo>
                  <a:pt x="159139" y="7546"/>
                </a:lnTo>
                <a:lnTo>
                  <a:pt x="134522" y="26010"/>
                </a:lnTo>
                <a:close/>
                <a:moveTo>
                  <a:pt x="25277" y="123825"/>
                </a:moveTo>
                <a:lnTo>
                  <a:pt x="25277" y="87556"/>
                </a:lnTo>
                <a:lnTo>
                  <a:pt x="15385" y="87556"/>
                </a:lnTo>
                <a:cubicBezTo>
                  <a:pt x="11124" y="87556"/>
                  <a:pt x="7495" y="86058"/>
                  <a:pt x="4496" y="83060"/>
                </a:cubicBezTo>
                <a:cubicBezTo>
                  <a:pt x="1499" y="80062"/>
                  <a:pt x="0" y="76432"/>
                  <a:pt x="0" y="72171"/>
                </a:cubicBezTo>
                <a:lnTo>
                  <a:pt x="0" y="61912"/>
                </a:lnTo>
                <a:cubicBezTo>
                  <a:pt x="0" y="57652"/>
                  <a:pt x="1499" y="54022"/>
                  <a:pt x="4496" y="51023"/>
                </a:cubicBezTo>
                <a:cubicBezTo>
                  <a:pt x="7495" y="48026"/>
                  <a:pt x="11124" y="46527"/>
                  <a:pt x="15385" y="46527"/>
                </a:cubicBezTo>
                <a:lnTo>
                  <a:pt x="50921" y="46527"/>
                </a:lnTo>
                <a:lnTo>
                  <a:pt x="88654" y="24179"/>
                </a:lnTo>
                <a:lnTo>
                  <a:pt x="88654" y="109904"/>
                </a:lnTo>
                <a:lnTo>
                  <a:pt x="50921" y="87556"/>
                </a:lnTo>
                <a:lnTo>
                  <a:pt x="34802" y="87556"/>
                </a:lnTo>
                <a:lnTo>
                  <a:pt x="34802" y="123825"/>
                </a:lnTo>
                <a:lnTo>
                  <a:pt x="25277" y="123825"/>
                </a:lnTo>
                <a:close/>
                <a:moveTo>
                  <a:pt x="79129" y="92943"/>
                </a:moveTo>
                <a:lnTo>
                  <a:pt x="79129" y="41141"/>
                </a:lnTo>
                <a:lnTo>
                  <a:pt x="53595" y="56052"/>
                </a:lnTo>
                <a:lnTo>
                  <a:pt x="15385" y="56052"/>
                </a:lnTo>
                <a:cubicBezTo>
                  <a:pt x="13920" y="56052"/>
                  <a:pt x="12577" y="56663"/>
                  <a:pt x="11356" y="57883"/>
                </a:cubicBezTo>
                <a:cubicBezTo>
                  <a:pt x="10135" y="59104"/>
                  <a:pt x="9525" y="60447"/>
                  <a:pt x="9525" y="61912"/>
                </a:cubicBezTo>
                <a:lnTo>
                  <a:pt x="9525" y="72171"/>
                </a:lnTo>
                <a:cubicBezTo>
                  <a:pt x="9525" y="73636"/>
                  <a:pt x="10135" y="74979"/>
                  <a:pt x="11356" y="76200"/>
                </a:cubicBezTo>
                <a:cubicBezTo>
                  <a:pt x="12577" y="77421"/>
                  <a:pt x="13920" y="78031"/>
                  <a:pt x="15385" y="78031"/>
                </a:cubicBezTo>
                <a:lnTo>
                  <a:pt x="53595" y="78031"/>
                </a:lnTo>
                <a:lnTo>
                  <a:pt x="79129" y="92943"/>
                </a:lnTo>
                <a:close/>
                <a:moveTo>
                  <a:pt x="105506" y="94555"/>
                </a:moveTo>
                <a:lnTo>
                  <a:pt x="105506" y="39529"/>
                </a:lnTo>
                <a:cubicBezTo>
                  <a:pt x="108694" y="42485"/>
                  <a:pt x="111262" y="46365"/>
                  <a:pt x="113209" y="51171"/>
                </a:cubicBezTo>
                <a:cubicBezTo>
                  <a:pt x="115157" y="55976"/>
                  <a:pt x="116131" y="61266"/>
                  <a:pt x="116131" y="67042"/>
                </a:cubicBezTo>
                <a:cubicBezTo>
                  <a:pt x="116131" y="72817"/>
                  <a:pt x="115157" y="78107"/>
                  <a:pt x="113209" y="82913"/>
                </a:cubicBezTo>
                <a:cubicBezTo>
                  <a:pt x="111262" y="87718"/>
                  <a:pt x="108694" y="91599"/>
                  <a:pt x="105506" y="9455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A3B349-75DD-038E-AD89-240BE4C93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67678"/>
              </p:ext>
            </p:extLst>
          </p:nvPr>
        </p:nvGraphicFramePr>
        <p:xfrm>
          <a:off x="691789" y="2379054"/>
          <a:ext cx="8688973" cy="242315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9814">
                  <a:extLst>
                    <a:ext uri="{9D8B030D-6E8A-4147-A177-3AD203B41FA5}">
                      <a16:colId xmlns:a16="http://schemas.microsoft.com/office/drawing/2014/main" val="1400877652"/>
                    </a:ext>
                  </a:extLst>
                </a:gridCol>
                <a:gridCol w="1947350">
                  <a:extLst>
                    <a:ext uri="{9D8B030D-6E8A-4147-A177-3AD203B41FA5}">
                      <a16:colId xmlns:a16="http://schemas.microsoft.com/office/drawing/2014/main" val="420235672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44072728"/>
                    </a:ext>
                  </a:extLst>
                </a:gridCol>
                <a:gridCol w="4385665">
                  <a:extLst>
                    <a:ext uri="{9D8B030D-6E8A-4147-A177-3AD203B41FA5}">
                      <a16:colId xmlns:a16="http://schemas.microsoft.com/office/drawing/2014/main" val="4013006422"/>
                    </a:ext>
                  </a:extLst>
                </a:gridCol>
              </a:tblGrid>
              <a:tr h="421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10735"/>
                  </a:ext>
                </a:extLst>
              </a:tr>
              <a:tr h="1643524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66355"/>
                  </a:ext>
                </a:extLst>
              </a:tr>
              <a:tr h="3582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2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좌측벽</a:t>
                      </a:r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하부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점검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이상없음</a:t>
                      </a:r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87561"/>
                  </a:ext>
                </a:extLst>
              </a:tr>
            </a:tbl>
          </a:graphicData>
        </a:graphic>
      </p:graphicFrame>
      <p:pic>
        <p:nvPicPr>
          <p:cNvPr id="38" name="그림 개체 틀 4">
            <a:extLst>
              <a:ext uri="{FF2B5EF4-FFF2-40B4-BE49-F238E27FC236}">
                <a16:creationId xmlns:a16="http://schemas.microsoft.com/office/drawing/2014/main" id="{0E2AAB9D-184D-C71C-1398-FC3CACF10D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400" y="2913013"/>
            <a:ext cx="4068380" cy="1384155"/>
          </a:xfrm>
          <a:prstGeom prst="rect">
            <a:avLst/>
          </a:prstGeom>
        </p:spPr>
      </p:pic>
      <p:pic>
        <p:nvPicPr>
          <p:cNvPr id="39" name="그림 개체 틀 4">
            <a:extLst>
              <a:ext uri="{FF2B5EF4-FFF2-40B4-BE49-F238E27FC236}">
                <a16:creationId xmlns:a16="http://schemas.microsoft.com/office/drawing/2014/main" id="{18F049D4-99B7-D6CF-36C8-016FF224B8C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3726" y="2913013"/>
            <a:ext cx="4152678" cy="1384155"/>
          </a:xfrm>
          <a:prstGeom prst="rect">
            <a:avLst/>
          </a:prstGeom>
        </p:spPr>
      </p:pic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0A1EA269-C947-B644-081E-EACE5C0BC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533264"/>
              </p:ext>
            </p:extLst>
          </p:nvPr>
        </p:nvGraphicFramePr>
        <p:xfrm>
          <a:off x="691789" y="5176374"/>
          <a:ext cx="8688973" cy="242315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9814">
                  <a:extLst>
                    <a:ext uri="{9D8B030D-6E8A-4147-A177-3AD203B41FA5}">
                      <a16:colId xmlns:a16="http://schemas.microsoft.com/office/drawing/2014/main" val="1400877652"/>
                    </a:ext>
                  </a:extLst>
                </a:gridCol>
                <a:gridCol w="1947350">
                  <a:extLst>
                    <a:ext uri="{9D8B030D-6E8A-4147-A177-3AD203B41FA5}">
                      <a16:colId xmlns:a16="http://schemas.microsoft.com/office/drawing/2014/main" val="420235672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44072728"/>
                    </a:ext>
                  </a:extLst>
                </a:gridCol>
                <a:gridCol w="4385665">
                  <a:extLst>
                    <a:ext uri="{9D8B030D-6E8A-4147-A177-3AD203B41FA5}">
                      <a16:colId xmlns:a16="http://schemas.microsoft.com/office/drawing/2014/main" val="4013006422"/>
                    </a:ext>
                  </a:extLst>
                </a:gridCol>
              </a:tblGrid>
              <a:tr h="421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10735"/>
                  </a:ext>
                </a:extLst>
              </a:tr>
              <a:tr h="1643524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66355"/>
                  </a:ext>
                </a:extLst>
              </a:tr>
              <a:tr h="3582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2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좌측벽</a:t>
                      </a:r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하부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점검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이상없음</a:t>
                      </a:r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87561"/>
                  </a:ext>
                </a:extLst>
              </a:tr>
            </a:tbl>
          </a:graphicData>
        </a:graphic>
      </p:graphicFrame>
      <p:pic>
        <p:nvPicPr>
          <p:cNvPr id="51" name="그림 개체 틀 4">
            <a:extLst>
              <a:ext uri="{FF2B5EF4-FFF2-40B4-BE49-F238E27FC236}">
                <a16:creationId xmlns:a16="http://schemas.microsoft.com/office/drawing/2014/main" id="{DD699B0A-80E5-42FD-AA16-8234A601EA7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400" y="5710333"/>
            <a:ext cx="4068380" cy="1384155"/>
          </a:xfrm>
          <a:prstGeom prst="rect">
            <a:avLst/>
          </a:prstGeom>
        </p:spPr>
      </p:pic>
      <p:pic>
        <p:nvPicPr>
          <p:cNvPr id="52" name="그림 개체 틀 4">
            <a:extLst>
              <a:ext uri="{FF2B5EF4-FFF2-40B4-BE49-F238E27FC236}">
                <a16:creationId xmlns:a16="http://schemas.microsoft.com/office/drawing/2014/main" id="{242F3A26-54D3-43B1-40B0-F6B617A97A2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3726" y="5710333"/>
            <a:ext cx="4152678" cy="1384155"/>
          </a:xfrm>
          <a:prstGeom prst="rect">
            <a:avLst/>
          </a:prstGeom>
        </p:spPr>
      </p:pic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BF6FBF0B-76F0-47EE-061C-1561D3C3B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598824"/>
              </p:ext>
            </p:extLst>
          </p:nvPr>
        </p:nvGraphicFramePr>
        <p:xfrm>
          <a:off x="691789" y="7973694"/>
          <a:ext cx="8688973" cy="242315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9814">
                  <a:extLst>
                    <a:ext uri="{9D8B030D-6E8A-4147-A177-3AD203B41FA5}">
                      <a16:colId xmlns:a16="http://schemas.microsoft.com/office/drawing/2014/main" val="1400877652"/>
                    </a:ext>
                  </a:extLst>
                </a:gridCol>
                <a:gridCol w="1947350">
                  <a:extLst>
                    <a:ext uri="{9D8B030D-6E8A-4147-A177-3AD203B41FA5}">
                      <a16:colId xmlns:a16="http://schemas.microsoft.com/office/drawing/2014/main" val="420235672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44072728"/>
                    </a:ext>
                  </a:extLst>
                </a:gridCol>
                <a:gridCol w="4385665">
                  <a:extLst>
                    <a:ext uri="{9D8B030D-6E8A-4147-A177-3AD203B41FA5}">
                      <a16:colId xmlns:a16="http://schemas.microsoft.com/office/drawing/2014/main" val="4013006422"/>
                    </a:ext>
                  </a:extLst>
                </a:gridCol>
              </a:tblGrid>
              <a:tr h="421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10735"/>
                  </a:ext>
                </a:extLst>
              </a:tr>
              <a:tr h="1643524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66355"/>
                  </a:ext>
                </a:extLst>
              </a:tr>
              <a:tr h="3582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2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좌측벽</a:t>
                      </a:r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하부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점검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이상없음</a:t>
                      </a:r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87561"/>
                  </a:ext>
                </a:extLst>
              </a:tr>
            </a:tbl>
          </a:graphicData>
        </a:graphic>
      </p:graphicFrame>
      <p:pic>
        <p:nvPicPr>
          <p:cNvPr id="54" name="그림 개체 틀 4">
            <a:extLst>
              <a:ext uri="{FF2B5EF4-FFF2-40B4-BE49-F238E27FC236}">
                <a16:creationId xmlns:a16="http://schemas.microsoft.com/office/drawing/2014/main" id="{D26E2A05-E57F-1868-F4C0-DFF5B52843F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400" y="8507653"/>
            <a:ext cx="4068380" cy="1384155"/>
          </a:xfrm>
          <a:prstGeom prst="rect">
            <a:avLst/>
          </a:prstGeom>
        </p:spPr>
      </p:pic>
      <p:pic>
        <p:nvPicPr>
          <p:cNvPr id="55" name="그림 개체 틀 4">
            <a:extLst>
              <a:ext uri="{FF2B5EF4-FFF2-40B4-BE49-F238E27FC236}">
                <a16:creationId xmlns:a16="http://schemas.microsoft.com/office/drawing/2014/main" id="{7B9C1A2A-E617-CEC1-09AF-542D0B558D1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3726" y="8507653"/>
            <a:ext cx="4152678" cy="1384155"/>
          </a:xfrm>
          <a:prstGeom prst="rect">
            <a:avLst/>
          </a:prstGeom>
        </p:spPr>
      </p:pic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39E3B878-6382-3D22-CE30-96146D4D4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04579"/>
              </p:ext>
            </p:extLst>
          </p:nvPr>
        </p:nvGraphicFramePr>
        <p:xfrm>
          <a:off x="691789" y="10735156"/>
          <a:ext cx="8688973" cy="242315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9814">
                  <a:extLst>
                    <a:ext uri="{9D8B030D-6E8A-4147-A177-3AD203B41FA5}">
                      <a16:colId xmlns:a16="http://schemas.microsoft.com/office/drawing/2014/main" val="1400877652"/>
                    </a:ext>
                  </a:extLst>
                </a:gridCol>
                <a:gridCol w="1947350">
                  <a:extLst>
                    <a:ext uri="{9D8B030D-6E8A-4147-A177-3AD203B41FA5}">
                      <a16:colId xmlns:a16="http://schemas.microsoft.com/office/drawing/2014/main" val="420235672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44072728"/>
                    </a:ext>
                  </a:extLst>
                </a:gridCol>
                <a:gridCol w="4385665">
                  <a:extLst>
                    <a:ext uri="{9D8B030D-6E8A-4147-A177-3AD203B41FA5}">
                      <a16:colId xmlns:a16="http://schemas.microsoft.com/office/drawing/2014/main" val="4013006422"/>
                    </a:ext>
                  </a:extLst>
                </a:gridCol>
              </a:tblGrid>
              <a:tr h="421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10735"/>
                  </a:ext>
                </a:extLst>
              </a:tr>
              <a:tr h="1643524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bg1"/>
                          </a:solidFill>
                        </a:ln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66355"/>
                  </a:ext>
                </a:extLst>
              </a:tr>
              <a:tr h="35820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2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좌측벽</a:t>
                      </a:r>
                      <a:r>
                        <a:rPr lang="ko-KR" alt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하부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점검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이상없음</a:t>
                      </a:r>
                      <a:endParaRPr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87561"/>
                  </a:ext>
                </a:extLst>
              </a:tr>
            </a:tbl>
          </a:graphicData>
        </a:graphic>
      </p:graphicFrame>
      <p:pic>
        <p:nvPicPr>
          <p:cNvPr id="57" name="그림 개체 틀 4">
            <a:extLst>
              <a:ext uri="{FF2B5EF4-FFF2-40B4-BE49-F238E27FC236}">
                <a16:creationId xmlns:a16="http://schemas.microsoft.com/office/drawing/2014/main" id="{371220D8-CB1A-F24B-0283-49FBF0C060B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400" y="11269115"/>
            <a:ext cx="4068380" cy="1384155"/>
          </a:xfrm>
          <a:prstGeom prst="rect">
            <a:avLst/>
          </a:prstGeom>
        </p:spPr>
      </p:pic>
      <p:pic>
        <p:nvPicPr>
          <p:cNvPr id="58" name="그림 개체 틀 4">
            <a:extLst>
              <a:ext uri="{FF2B5EF4-FFF2-40B4-BE49-F238E27FC236}">
                <a16:creationId xmlns:a16="http://schemas.microsoft.com/office/drawing/2014/main" id="{1E94E4DD-AD25-5261-3A71-B774575E7B9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3726" y="11269115"/>
            <a:ext cx="4152678" cy="138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0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>
            <a:grpSpLocks noGrp="1" noUngrp="1" noRot="1" noMove="1" noResize="1"/>
          </p:cNvGrpSpPr>
          <p:nvPr/>
        </p:nvGrpSpPr>
        <p:grpSpPr>
          <a:xfrm>
            <a:off x="0" y="-33746"/>
            <a:ext cx="10083800" cy="1238360"/>
            <a:chOff x="0" y="4583"/>
            <a:chExt cx="7848600" cy="2633345"/>
          </a:xfrm>
        </p:grpSpPr>
        <p:pic>
          <p:nvPicPr>
            <p:cNvPr id="3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332"/>
              <a:ext cx="7848600" cy="2627258"/>
            </a:xfrm>
            <a:prstGeom prst="rect">
              <a:avLst/>
            </a:prstGeom>
          </p:spPr>
        </p:pic>
        <p:pic>
          <p:nvPicPr>
            <p:cNvPr id="4" name="object 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51" y="4583"/>
              <a:ext cx="7021144" cy="263300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429458" y="155565"/>
            <a:ext cx="3654970" cy="1048888"/>
            <a:chOff x="5004289" y="25368"/>
            <a:chExt cx="2844800" cy="261239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44529" y="25368"/>
              <a:ext cx="1505554" cy="13179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9585" y="26748"/>
              <a:ext cx="1369014" cy="13179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6274" y="1319841"/>
              <a:ext cx="1505553" cy="13179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4289" y="1316838"/>
              <a:ext cx="2844310" cy="1317917"/>
            </a:xfrm>
            <a:prstGeom prst="rect">
              <a:avLst/>
            </a:prstGeom>
          </p:spPr>
        </p:pic>
      </p:grpSp>
      <p:sp>
        <p:nvSpPr>
          <p:cNvPr id="6" name="그래픽 49">
            <a:extLst>
              <a:ext uri="{FF2B5EF4-FFF2-40B4-BE49-F238E27FC236}">
                <a16:creationId xmlns:a16="http://schemas.microsoft.com/office/drawing/2014/main" id="{24E38811-F003-B25F-AC8C-8BACF5EFDA0D}"/>
              </a:ext>
            </a:extLst>
          </p:cNvPr>
          <p:cNvSpPr/>
          <p:nvPr/>
        </p:nvSpPr>
        <p:spPr>
          <a:xfrm>
            <a:off x="418533" y="1871308"/>
            <a:ext cx="251420" cy="192264"/>
          </a:xfrm>
          <a:custGeom>
            <a:avLst/>
            <a:gdLst>
              <a:gd name="connsiteX0" fmla="*/ 143606 w 174378"/>
              <a:gd name="connsiteY0" fmla="*/ 71804 h 133349"/>
              <a:gd name="connsiteX1" fmla="*/ 143606 w 174378"/>
              <a:gd name="connsiteY1" fmla="*/ 62279 h 133349"/>
              <a:gd name="connsiteX2" fmla="*/ 174379 w 174378"/>
              <a:gd name="connsiteY2" fmla="*/ 62279 h 133349"/>
              <a:gd name="connsiteX3" fmla="*/ 174379 w 174378"/>
              <a:gd name="connsiteY3" fmla="*/ 71804 h 133349"/>
              <a:gd name="connsiteX4" fmla="*/ 143606 w 174378"/>
              <a:gd name="connsiteY4" fmla="*/ 71804 h 133349"/>
              <a:gd name="connsiteX5" fmla="*/ 153938 w 174378"/>
              <a:gd name="connsiteY5" fmla="*/ 133350 h 133349"/>
              <a:gd name="connsiteX6" fmla="*/ 129319 w 174378"/>
              <a:gd name="connsiteY6" fmla="*/ 114886 h 133349"/>
              <a:gd name="connsiteX7" fmla="*/ 135255 w 174378"/>
              <a:gd name="connsiteY7" fmla="*/ 107340 h 133349"/>
              <a:gd name="connsiteX8" fmla="*/ 159872 w 174378"/>
              <a:gd name="connsiteY8" fmla="*/ 125804 h 133349"/>
              <a:gd name="connsiteX9" fmla="*/ 153938 w 174378"/>
              <a:gd name="connsiteY9" fmla="*/ 133350 h 133349"/>
              <a:gd name="connsiteX10" fmla="*/ 134522 w 174378"/>
              <a:gd name="connsiteY10" fmla="*/ 26010 h 133349"/>
              <a:gd name="connsiteX11" fmla="*/ 128587 w 174378"/>
              <a:gd name="connsiteY11" fmla="*/ 18464 h 133349"/>
              <a:gd name="connsiteX12" fmla="*/ 153205 w 174378"/>
              <a:gd name="connsiteY12" fmla="*/ 0 h 133349"/>
              <a:gd name="connsiteX13" fmla="*/ 159139 w 174378"/>
              <a:gd name="connsiteY13" fmla="*/ 7546 h 133349"/>
              <a:gd name="connsiteX14" fmla="*/ 134522 w 174378"/>
              <a:gd name="connsiteY14" fmla="*/ 26010 h 133349"/>
              <a:gd name="connsiteX15" fmla="*/ 25277 w 174378"/>
              <a:gd name="connsiteY15" fmla="*/ 123825 h 133349"/>
              <a:gd name="connsiteX16" fmla="*/ 25277 w 174378"/>
              <a:gd name="connsiteY16" fmla="*/ 87556 h 133349"/>
              <a:gd name="connsiteX17" fmla="*/ 15385 w 174378"/>
              <a:gd name="connsiteY17" fmla="*/ 87556 h 133349"/>
              <a:gd name="connsiteX18" fmla="*/ 4496 w 174378"/>
              <a:gd name="connsiteY18" fmla="*/ 83060 h 133349"/>
              <a:gd name="connsiteX19" fmla="*/ 0 w 174378"/>
              <a:gd name="connsiteY19" fmla="*/ 72171 h 133349"/>
              <a:gd name="connsiteX20" fmla="*/ 0 w 174378"/>
              <a:gd name="connsiteY20" fmla="*/ 61912 h 133349"/>
              <a:gd name="connsiteX21" fmla="*/ 4496 w 174378"/>
              <a:gd name="connsiteY21" fmla="*/ 51023 h 133349"/>
              <a:gd name="connsiteX22" fmla="*/ 15385 w 174378"/>
              <a:gd name="connsiteY22" fmla="*/ 46527 h 133349"/>
              <a:gd name="connsiteX23" fmla="*/ 50921 w 174378"/>
              <a:gd name="connsiteY23" fmla="*/ 46527 h 133349"/>
              <a:gd name="connsiteX24" fmla="*/ 88654 w 174378"/>
              <a:gd name="connsiteY24" fmla="*/ 24179 h 133349"/>
              <a:gd name="connsiteX25" fmla="*/ 88654 w 174378"/>
              <a:gd name="connsiteY25" fmla="*/ 109904 h 133349"/>
              <a:gd name="connsiteX26" fmla="*/ 50921 w 174378"/>
              <a:gd name="connsiteY26" fmla="*/ 87556 h 133349"/>
              <a:gd name="connsiteX27" fmla="*/ 34802 w 174378"/>
              <a:gd name="connsiteY27" fmla="*/ 87556 h 133349"/>
              <a:gd name="connsiteX28" fmla="*/ 34802 w 174378"/>
              <a:gd name="connsiteY28" fmla="*/ 123825 h 133349"/>
              <a:gd name="connsiteX29" fmla="*/ 25277 w 174378"/>
              <a:gd name="connsiteY29" fmla="*/ 123825 h 133349"/>
              <a:gd name="connsiteX30" fmla="*/ 79129 w 174378"/>
              <a:gd name="connsiteY30" fmla="*/ 92943 h 133349"/>
              <a:gd name="connsiteX31" fmla="*/ 79129 w 174378"/>
              <a:gd name="connsiteY31" fmla="*/ 41141 h 133349"/>
              <a:gd name="connsiteX32" fmla="*/ 53595 w 174378"/>
              <a:gd name="connsiteY32" fmla="*/ 56052 h 133349"/>
              <a:gd name="connsiteX33" fmla="*/ 15385 w 174378"/>
              <a:gd name="connsiteY33" fmla="*/ 56052 h 133349"/>
              <a:gd name="connsiteX34" fmla="*/ 11356 w 174378"/>
              <a:gd name="connsiteY34" fmla="*/ 57883 h 133349"/>
              <a:gd name="connsiteX35" fmla="*/ 9525 w 174378"/>
              <a:gd name="connsiteY35" fmla="*/ 61912 h 133349"/>
              <a:gd name="connsiteX36" fmla="*/ 9525 w 174378"/>
              <a:gd name="connsiteY36" fmla="*/ 72171 h 133349"/>
              <a:gd name="connsiteX37" fmla="*/ 11356 w 174378"/>
              <a:gd name="connsiteY37" fmla="*/ 76200 h 133349"/>
              <a:gd name="connsiteX38" fmla="*/ 15385 w 174378"/>
              <a:gd name="connsiteY38" fmla="*/ 78031 h 133349"/>
              <a:gd name="connsiteX39" fmla="*/ 53595 w 174378"/>
              <a:gd name="connsiteY39" fmla="*/ 78031 h 133349"/>
              <a:gd name="connsiteX40" fmla="*/ 79129 w 174378"/>
              <a:gd name="connsiteY40" fmla="*/ 92943 h 133349"/>
              <a:gd name="connsiteX41" fmla="*/ 105506 w 174378"/>
              <a:gd name="connsiteY41" fmla="*/ 94555 h 133349"/>
              <a:gd name="connsiteX42" fmla="*/ 105506 w 174378"/>
              <a:gd name="connsiteY42" fmla="*/ 39529 h 133349"/>
              <a:gd name="connsiteX43" fmla="*/ 113209 w 174378"/>
              <a:gd name="connsiteY43" fmla="*/ 51171 h 133349"/>
              <a:gd name="connsiteX44" fmla="*/ 116131 w 174378"/>
              <a:gd name="connsiteY44" fmla="*/ 67042 h 133349"/>
              <a:gd name="connsiteX45" fmla="*/ 113209 w 174378"/>
              <a:gd name="connsiteY45" fmla="*/ 82913 h 133349"/>
              <a:gd name="connsiteX46" fmla="*/ 105506 w 174378"/>
              <a:gd name="connsiteY46" fmla="*/ 94555 h 13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4378" h="133349">
                <a:moveTo>
                  <a:pt x="143606" y="71804"/>
                </a:moveTo>
                <a:lnTo>
                  <a:pt x="143606" y="62279"/>
                </a:lnTo>
                <a:lnTo>
                  <a:pt x="174379" y="62279"/>
                </a:lnTo>
                <a:lnTo>
                  <a:pt x="174379" y="71804"/>
                </a:lnTo>
                <a:lnTo>
                  <a:pt x="143606" y="71804"/>
                </a:lnTo>
                <a:close/>
                <a:moveTo>
                  <a:pt x="153938" y="133350"/>
                </a:moveTo>
                <a:lnTo>
                  <a:pt x="129319" y="114886"/>
                </a:lnTo>
                <a:lnTo>
                  <a:pt x="135255" y="107340"/>
                </a:lnTo>
                <a:lnTo>
                  <a:pt x="159872" y="125804"/>
                </a:lnTo>
                <a:lnTo>
                  <a:pt x="153938" y="133350"/>
                </a:lnTo>
                <a:close/>
                <a:moveTo>
                  <a:pt x="134522" y="26010"/>
                </a:moveTo>
                <a:lnTo>
                  <a:pt x="128587" y="18464"/>
                </a:lnTo>
                <a:lnTo>
                  <a:pt x="153205" y="0"/>
                </a:lnTo>
                <a:lnTo>
                  <a:pt x="159139" y="7546"/>
                </a:lnTo>
                <a:lnTo>
                  <a:pt x="134522" y="26010"/>
                </a:lnTo>
                <a:close/>
                <a:moveTo>
                  <a:pt x="25277" y="123825"/>
                </a:moveTo>
                <a:lnTo>
                  <a:pt x="25277" y="87556"/>
                </a:lnTo>
                <a:lnTo>
                  <a:pt x="15385" y="87556"/>
                </a:lnTo>
                <a:cubicBezTo>
                  <a:pt x="11124" y="87556"/>
                  <a:pt x="7495" y="86058"/>
                  <a:pt x="4496" y="83060"/>
                </a:cubicBezTo>
                <a:cubicBezTo>
                  <a:pt x="1499" y="80062"/>
                  <a:pt x="0" y="76432"/>
                  <a:pt x="0" y="72171"/>
                </a:cubicBezTo>
                <a:lnTo>
                  <a:pt x="0" y="61912"/>
                </a:lnTo>
                <a:cubicBezTo>
                  <a:pt x="0" y="57652"/>
                  <a:pt x="1499" y="54022"/>
                  <a:pt x="4496" y="51023"/>
                </a:cubicBezTo>
                <a:cubicBezTo>
                  <a:pt x="7495" y="48026"/>
                  <a:pt x="11124" y="46527"/>
                  <a:pt x="15385" y="46527"/>
                </a:cubicBezTo>
                <a:lnTo>
                  <a:pt x="50921" y="46527"/>
                </a:lnTo>
                <a:lnTo>
                  <a:pt x="88654" y="24179"/>
                </a:lnTo>
                <a:lnTo>
                  <a:pt x="88654" y="109904"/>
                </a:lnTo>
                <a:lnTo>
                  <a:pt x="50921" y="87556"/>
                </a:lnTo>
                <a:lnTo>
                  <a:pt x="34802" y="87556"/>
                </a:lnTo>
                <a:lnTo>
                  <a:pt x="34802" y="123825"/>
                </a:lnTo>
                <a:lnTo>
                  <a:pt x="25277" y="123825"/>
                </a:lnTo>
                <a:close/>
                <a:moveTo>
                  <a:pt x="79129" y="92943"/>
                </a:moveTo>
                <a:lnTo>
                  <a:pt x="79129" y="41141"/>
                </a:lnTo>
                <a:lnTo>
                  <a:pt x="53595" y="56052"/>
                </a:lnTo>
                <a:lnTo>
                  <a:pt x="15385" y="56052"/>
                </a:lnTo>
                <a:cubicBezTo>
                  <a:pt x="13920" y="56052"/>
                  <a:pt x="12577" y="56663"/>
                  <a:pt x="11356" y="57883"/>
                </a:cubicBezTo>
                <a:cubicBezTo>
                  <a:pt x="10135" y="59104"/>
                  <a:pt x="9525" y="60447"/>
                  <a:pt x="9525" y="61912"/>
                </a:cubicBezTo>
                <a:lnTo>
                  <a:pt x="9525" y="72171"/>
                </a:lnTo>
                <a:cubicBezTo>
                  <a:pt x="9525" y="73636"/>
                  <a:pt x="10135" y="74979"/>
                  <a:pt x="11356" y="76200"/>
                </a:cubicBezTo>
                <a:cubicBezTo>
                  <a:pt x="12577" y="77421"/>
                  <a:pt x="13920" y="78031"/>
                  <a:pt x="15385" y="78031"/>
                </a:cubicBezTo>
                <a:lnTo>
                  <a:pt x="53595" y="78031"/>
                </a:lnTo>
                <a:lnTo>
                  <a:pt x="79129" y="92943"/>
                </a:lnTo>
                <a:close/>
                <a:moveTo>
                  <a:pt x="105506" y="94555"/>
                </a:moveTo>
                <a:lnTo>
                  <a:pt x="105506" y="39529"/>
                </a:lnTo>
                <a:cubicBezTo>
                  <a:pt x="108694" y="42485"/>
                  <a:pt x="111262" y="46365"/>
                  <a:pt x="113209" y="51171"/>
                </a:cubicBezTo>
                <a:cubicBezTo>
                  <a:pt x="115157" y="55976"/>
                  <a:pt x="116131" y="61266"/>
                  <a:pt x="116131" y="67042"/>
                </a:cubicBezTo>
                <a:cubicBezTo>
                  <a:pt x="116131" y="72817"/>
                  <a:pt x="115157" y="78107"/>
                  <a:pt x="113209" y="82913"/>
                </a:cubicBezTo>
                <a:cubicBezTo>
                  <a:pt x="111262" y="87718"/>
                  <a:pt x="108694" y="91599"/>
                  <a:pt x="105506" y="9455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EE3372-E25A-6499-1EA6-E51947204176}"/>
              </a:ext>
            </a:extLst>
          </p:cNvPr>
          <p:cNvSpPr/>
          <p:nvPr/>
        </p:nvSpPr>
        <p:spPr>
          <a:xfrm>
            <a:off x="494733" y="1547519"/>
            <a:ext cx="443624" cy="443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9" name="그래픽 49">
            <a:extLst>
              <a:ext uri="{FF2B5EF4-FFF2-40B4-BE49-F238E27FC236}">
                <a16:creationId xmlns:a16="http://schemas.microsoft.com/office/drawing/2014/main" id="{73157B60-2B5F-C91E-41BC-9D01A7A93A25}"/>
              </a:ext>
            </a:extLst>
          </p:cNvPr>
          <p:cNvSpPr/>
          <p:nvPr/>
        </p:nvSpPr>
        <p:spPr>
          <a:xfrm>
            <a:off x="590835" y="1673199"/>
            <a:ext cx="251420" cy="192264"/>
          </a:xfrm>
          <a:custGeom>
            <a:avLst/>
            <a:gdLst>
              <a:gd name="connsiteX0" fmla="*/ 143606 w 174378"/>
              <a:gd name="connsiteY0" fmla="*/ 71804 h 133349"/>
              <a:gd name="connsiteX1" fmla="*/ 143606 w 174378"/>
              <a:gd name="connsiteY1" fmla="*/ 62279 h 133349"/>
              <a:gd name="connsiteX2" fmla="*/ 174379 w 174378"/>
              <a:gd name="connsiteY2" fmla="*/ 62279 h 133349"/>
              <a:gd name="connsiteX3" fmla="*/ 174379 w 174378"/>
              <a:gd name="connsiteY3" fmla="*/ 71804 h 133349"/>
              <a:gd name="connsiteX4" fmla="*/ 143606 w 174378"/>
              <a:gd name="connsiteY4" fmla="*/ 71804 h 133349"/>
              <a:gd name="connsiteX5" fmla="*/ 153938 w 174378"/>
              <a:gd name="connsiteY5" fmla="*/ 133350 h 133349"/>
              <a:gd name="connsiteX6" fmla="*/ 129319 w 174378"/>
              <a:gd name="connsiteY6" fmla="*/ 114886 h 133349"/>
              <a:gd name="connsiteX7" fmla="*/ 135255 w 174378"/>
              <a:gd name="connsiteY7" fmla="*/ 107340 h 133349"/>
              <a:gd name="connsiteX8" fmla="*/ 159872 w 174378"/>
              <a:gd name="connsiteY8" fmla="*/ 125804 h 133349"/>
              <a:gd name="connsiteX9" fmla="*/ 153938 w 174378"/>
              <a:gd name="connsiteY9" fmla="*/ 133350 h 133349"/>
              <a:gd name="connsiteX10" fmla="*/ 134522 w 174378"/>
              <a:gd name="connsiteY10" fmla="*/ 26010 h 133349"/>
              <a:gd name="connsiteX11" fmla="*/ 128587 w 174378"/>
              <a:gd name="connsiteY11" fmla="*/ 18464 h 133349"/>
              <a:gd name="connsiteX12" fmla="*/ 153205 w 174378"/>
              <a:gd name="connsiteY12" fmla="*/ 0 h 133349"/>
              <a:gd name="connsiteX13" fmla="*/ 159139 w 174378"/>
              <a:gd name="connsiteY13" fmla="*/ 7546 h 133349"/>
              <a:gd name="connsiteX14" fmla="*/ 134522 w 174378"/>
              <a:gd name="connsiteY14" fmla="*/ 26010 h 133349"/>
              <a:gd name="connsiteX15" fmla="*/ 25277 w 174378"/>
              <a:gd name="connsiteY15" fmla="*/ 123825 h 133349"/>
              <a:gd name="connsiteX16" fmla="*/ 25277 w 174378"/>
              <a:gd name="connsiteY16" fmla="*/ 87556 h 133349"/>
              <a:gd name="connsiteX17" fmla="*/ 15385 w 174378"/>
              <a:gd name="connsiteY17" fmla="*/ 87556 h 133349"/>
              <a:gd name="connsiteX18" fmla="*/ 4496 w 174378"/>
              <a:gd name="connsiteY18" fmla="*/ 83060 h 133349"/>
              <a:gd name="connsiteX19" fmla="*/ 0 w 174378"/>
              <a:gd name="connsiteY19" fmla="*/ 72171 h 133349"/>
              <a:gd name="connsiteX20" fmla="*/ 0 w 174378"/>
              <a:gd name="connsiteY20" fmla="*/ 61912 h 133349"/>
              <a:gd name="connsiteX21" fmla="*/ 4496 w 174378"/>
              <a:gd name="connsiteY21" fmla="*/ 51023 h 133349"/>
              <a:gd name="connsiteX22" fmla="*/ 15385 w 174378"/>
              <a:gd name="connsiteY22" fmla="*/ 46527 h 133349"/>
              <a:gd name="connsiteX23" fmla="*/ 50921 w 174378"/>
              <a:gd name="connsiteY23" fmla="*/ 46527 h 133349"/>
              <a:gd name="connsiteX24" fmla="*/ 88654 w 174378"/>
              <a:gd name="connsiteY24" fmla="*/ 24179 h 133349"/>
              <a:gd name="connsiteX25" fmla="*/ 88654 w 174378"/>
              <a:gd name="connsiteY25" fmla="*/ 109904 h 133349"/>
              <a:gd name="connsiteX26" fmla="*/ 50921 w 174378"/>
              <a:gd name="connsiteY26" fmla="*/ 87556 h 133349"/>
              <a:gd name="connsiteX27" fmla="*/ 34802 w 174378"/>
              <a:gd name="connsiteY27" fmla="*/ 87556 h 133349"/>
              <a:gd name="connsiteX28" fmla="*/ 34802 w 174378"/>
              <a:gd name="connsiteY28" fmla="*/ 123825 h 133349"/>
              <a:gd name="connsiteX29" fmla="*/ 25277 w 174378"/>
              <a:gd name="connsiteY29" fmla="*/ 123825 h 133349"/>
              <a:gd name="connsiteX30" fmla="*/ 79129 w 174378"/>
              <a:gd name="connsiteY30" fmla="*/ 92943 h 133349"/>
              <a:gd name="connsiteX31" fmla="*/ 79129 w 174378"/>
              <a:gd name="connsiteY31" fmla="*/ 41141 h 133349"/>
              <a:gd name="connsiteX32" fmla="*/ 53595 w 174378"/>
              <a:gd name="connsiteY32" fmla="*/ 56052 h 133349"/>
              <a:gd name="connsiteX33" fmla="*/ 15385 w 174378"/>
              <a:gd name="connsiteY33" fmla="*/ 56052 h 133349"/>
              <a:gd name="connsiteX34" fmla="*/ 11356 w 174378"/>
              <a:gd name="connsiteY34" fmla="*/ 57883 h 133349"/>
              <a:gd name="connsiteX35" fmla="*/ 9525 w 174378"/>
              <a:gd name="connsiteY35" fmla="*/ 61912 h 133349"/>
              <a:gd name="connsiteX36" fmla="*/ 9525 w 174378"/>
              <a:gd name="connsiteY36" fmla="*/ 72171 h 133349"/>
              <a:gd name="connsiteX37" fmla="*/ 11356 w 174378"/>
              <a:gd name="connsiteY37" fmla="*/ 76200 h 133349"/>
              <a:gd name="connsiteX38" fmla="*/ 15385 w 174378"/>
              <a:gd name="connsiteY38" fmla="*/ 78031 h 133349"/>
              <a:gd name="connsiteX39" fmla="*/ 53595 w 174378"/>
              <a:gd name="connsiteY39" fmla="*/ 78031 h 133349"/>
              <a:gd name="connsiteX40" fmla="*/ 79129 w 174378"/>
              <a:gd name="connsiteY40" fmla="*/ 92943 h 133349"/>
              <a:gd name="connsiteX41" fmla="*/ 105506 w 174378"/>
              <a:gd name="connsiteY41" fmla="*/ 94555 h 133349"/>
              <a:gd name="connsiteX42" fmla="*/ 105506 w 174378"/>
              <a:gd name="connsiteY42" fmla="*/ 39529 h 133349"/>
              <a:gd name="connsiteX43" fmla="*/ 113209 w 174378"/>
              <a:gd name="connsiteY43" fmla="*/ 51171 h 133349"/>
              <a:gd name="connsiteX44" fmla="*/ 116131 w 174378"/>
              <a:gd name="connsiteY44" fmla="*/ 67042 h 133349"/>
              <a:gd name="connsiteX45" fmla="*/ 113209 w 174378"/>
              <a:gd name="connsiteY45" fmla="*/ 82913 h 133349"/>
              <a:gd name="connsiteX46" fmla="*/ 105506 w 174378"/>
              <a:gd name="connsiteY46" fmla="*/ 94555 h 13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74378" h="133349">
                <a:moveTo>
                  <a:pt x="143606" y="71804"/>
                </a:moveTo>
                <a:lnTo>
                  <a:pt x="143606" y="62279"/>
                </a:lnTo>
                <a:lnTo>
                  <a:pt x="174379" y="62279"/>
                </a:lnTo>
                <a:lnTo>
                  <a:pt x="174379" y="71804"/>
                </a:lnTo>
                <a:lnTo>
                  <a:pt x="143606" y="71804"/>
                </a:lnTo>
                <a:close/>
                <a:moveTo>
                  <a:pt x="153938" y="133350"/>
                </a:moveTo>
                <a:lnTo>
                  <a:pt x="129319" y="114886"/>
                </a:lnTo>
                <a:lnTo>
                  <a:pt x="135255" y="107340"/>
                </a:lnTo>
                <a:lnTo>
                  <a:pt x="159872" y="125804"/>
                </a:lnTo>
                <a:lnTo>
                  <a:pt x="153938" y="133350"/>
                </a:lnTo>
                <a:close/>
                <a:moveTo>
                  <a:pt x="134522" y="26010"/>
                </a:moveTo>
                <a:lnTo>
                  <a:pt x="128587" y="18464"/>
                </a:lnTo>
                <a:lnTo>
                  <a:pt x="153205" y="0"/>
                </a:lnTo>
                <a:lnTo>
                  <a:pt x="159139" y="7546"/>
                </a:lnTo>
                <a:lnTo>
                  <a:pt x="134522" y="26010"/>
                </a:lnTo>
                <a:close/>
                <a:moveTo>
                  <a:pt x="25277" y="123825"/>
                </a:moveTo>
                <a:lnTo>
                  <a:pt x="25277" y="87556"/>
                </a:lnTo>
                <a:lnTo>
                  <a:pt x="15385" y="87556"/>
                </a:lnTo>
                <a:cubicBezTo>
                  <a:pt x="11124" y="87556"/>
                  <a:pt x="7495" y="86058"/>
                  <a:pt x="4496" y="83060"/>
                </a:cubicBezTo>
                <a:cubicBezTo>
                  <a:pt x="1499" y="80062"/>
                  <a:pt x="0" y="76432"/>
                  <a:pt x="0" y="72171"/>
                </a:cubicBezTo>
                <a:lnTo>
                  <a:pt x="0" y="61912"/>
                </a:lnTo>
                <a:cubicBezTo>
                  <a:pt x="0" y="57652"/>
                  <a:pt x="1499" y="54022"/>
                  <a:pt x="4496" y="51023"/>
                </a:cubicBezTo>
                <a:cubicBezTo>
                  <a:pt x="7495" y="48026"/>
                  <a:pt x="11124" y="46527"/>
                  <a:pt x="15385" y="46527"/>
                </a:cubicBezTo>
                <a:lnTo>
                  <a:pt x="50921" y="46527"/>
                </a:lnTo>
                <a:lnTo>
                  <a:pt x="88654" y="24179"/>
                </a:lnTo>
                <a:lnTo>
                  <a:pt x="88654" y="109904"/>
                </a:lnTo>
                <a:lnTo>
                  <a:pt x="50921" y="87556"/>
                </a:lnTo>
                <a:lnTo>
                  <a:pt x="34802" y="87556"/>
                </a:lnTo>
                <a:lnTo>
                  <a:pt x="34802" y="123825"/>
                </a:lnTo>
                <a:lnTo>
                  <a:pt x="25277" y="123825"/>
                </a:lnTo>
                <a:close/>
                <a:moveTo>
                  <a:pt x="79129" y="92943"/>
                </a:moveTo>
                <a:lnTo>
                  <a:pt x="79129" y="41141"/>
                </a:lnTo>
                <a:lnTo>
                  <a:pt x="53595" y="56052"/>
                </a:lnTo>
                <a:lnTo>
                  <a:pt x="15385" y="56052"/>
                </a:lnTo>
                <a:cubicBezTo>
                  <a:pt x="13920" y="56052"/>
                  <a:pt x="12577" y="56663"/>
                  <a:pt x="11356" y="57883"/>
                </a:cubicBezTo>
                <a:cubicBezTo>
                  <a:pt x="10135" y="59104"/>
                  <a:pt x="9525" y="60447"/>
                  <a:pt x="9525" y="61912"/>
                </a:cubicBezTo>
                <a:lnTo>
                  <a:pt x="9525" y="72171"/>
                </a:lnTo>
                <a:cubicBezTo>
                  <a:pt x="9525" y="73636"/>
                  <a:pt x="10135" y="74979"/>
                  <a:pt x="11356" y="76200"/>
                </a:cubicBezTo>
                <a:cubicBezTo>
                  <a:pt x="12577" y="77421"/>
                  <a:pt x="13920" y="78031"/>
                  <a:pt x="15385" y="78031"/>
                </a:cubicBezTo>
                <a:lnTo>
                  <a:pt x="53595" y="78031"/>
                </a:lnTo>
                <a:lnTo>
                  <a:pt x="79129" y="92943"/>
                </a:lnTo>
                <a:close/>
                <a:moveTo>
                  <a:pt x="105506" y="94555"/>
                </a:moveTo>
                <a:lnTo>
                  <a:pt x="105506" y="39529"/>
                </a:lnTo>
                <a:cubicBezTo>
                  <a:pt x="108694" y="42485"/>
                  <a:pt x="111262" y="46365"/>
                  <a:pt x="113209" y="51171"/>
                </a:cubicBezTo>
                <a:cubicBezTo>
                  <a:pt x="115157" y="55976"/>
                  <a:pt x="116131" y="61266"/>
                  <a:pt x="116131" y="67042"/>
                </a:cubicBezTo>
                <a:cubicBezTo>
                  <a:pt x="116131" y="72817"/>
                  <a:pt x="115157" y="78107"/>
                  <a:pt x="113209" y="82913"/>
                </a:cubicBezTo>
                <a:cubicBezTo>
                  <a:pt x="111262" y="87718"/>
                  <a:pt x="108694" y="91599"/>
                  <a:pt x="105506" y="9455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anchor="ctr"/>
          <a:lstStyle/>
          <a:p>
            <a:pPr lvl="0">
              <a:defRPr/>
            </a:pPr>
            <a:endParaRPr lang="ko-KR" alt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61F1ED8-FD0A-0605-7BC0-EF5F1C25C42A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4054290" y="3626838"/>
            <a:ext cx="3866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왼쪽 대괄호 42">
            <a:extLst>
              <a:ext uri="{FF2B5EF4-FFF2-40B4-BE49-F238E27FC236}">
                <a16:creationId xmlns:a16="http://schemas.microsoft.com/office/drawing/2014/main" id="{C7234FAA-18DB-D8BE-DF63-D6401D65811E}"/>
              </a:ext>
            </a:extLst>
          </p:cNvPr>
          <p:cNvSpPr>
            <a:spLocks/>
          </p:cNvSpPr>
          <p:nvPr/>
        </p:nvSpPr>
        <p:spPr>
          <a:xfrm>
            <a:off x="4224056" y="3106226"/>
            <a:ext cx="216897" cy="1072955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j-ea"/>
              <a:ea typeface="+mj-ea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D96B635-4B67-C150-15EE-C49F6E4163C5}"/>
              </a:ext>
            </a:extLst>
          </p:cNvPr>
          <p:cNvSpPr/>
          <p:nvPr/>
        </p:nvSpPr>
        <p:spPr>
          <a:xfrm>
            <a:off x="3528990" y="3327785"/>
            <a:ext cx="525300" cy="5981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45" name="그래픽 51">
            <a:extLst>
              <a:ext uri="{FF2B5EF4-FFF2-40B4-BE49-F238E27FC236}">
                <a16:creationId xmlns:a16="http://schemas.microsoft.com/office/drawing/2014/main" id="{99FDC346-3958-DEA0-611F-6E919FB238B2}"/>
              </a:ext>
            </a:extLst>
          </p:cNvPr>
          <p:cNvSpPr/>
          <p:nvPr/>
        </p:nvSpPr>
        <p:spPr>
          <a:xfrm>
            <a:off x="3636476" y="3324965"/>
            <a:ext cx="328500" cy="456222"/>
          </a:xfrm>
          <a:custGeom>
            <a:avLst/>
            <a:gdLst>
              <a:gd name="connsiteX0" fmla="*/ 59531 w 119062"/>
              <a:gd name="connsiteY0" fmla="*/ 160827 h 160827"/>
              <a:gd name="connsiteX1" fmla="*/ 50447 w 119062"/>
              <a:gd name="connsiteY1" fmla="*/ 157758 h 160827"/>
              <a:gd name="connsiteX2" fmla="*/ 45977 w 119062"/>
              <a:gd name="connsiteY2" fmla="*/ 149874 h 160827"/>
              <a:gd name="connsiteX3" fmla="*/ 40481 w 119062"/>
              <a:gd name="connsiteY3" fmla="*/ 149874 h 160827"/>
              <a:gd name="connsiteX4" fmla="*/ 33804 w 119062"/>
              <a:gd name="connsiteY4" fmla="*/ 147023 h 160827"/>
              <a:gd name="connsiteX5" fmla="*/ 30956 w 119062"/>
              <a:gd name="connsiteY5" fmla="*/ 140346 h 160827"/>
              <a:gd name="connsiteX6" fmla="*/ 30956 w 119062"/>
              <a:gd name="connsiteY6" fmla="*/ 111662 h 160827"/>
              <a:gd name="connsiteX7" fmla="*/ 8087 w 119062"/>
              <a:gd name="connsiteY7" fmla="*/ 89333 h 160827"/>
              <a:gd name="connsiteX8" fmla="*/ 0 w 119062"/>
              <a:gd name="connsiteY8" fmla="*/ 59531 h 160827"/>
              <a:gd name="connsiteX9" fmla="*/ 17283 w 119062"/>
              <a:gd name="connsiteY9" fmla="*/ 17283 h 160827"/>
              <a:gd name="connsiteX10" fmla="*/ 59531 w 119062"/>
              <a:gd name="connsiteY10" fmla="*/ 0 h 160827"/>
              <a:gd name="connsiteX11" fmla="*/ 101779 w 119062"/>
              <a:gd name="connsiteY11" fmla="*/ 17283 h 160827"/>
              <a:gd name="connsiteX12" fmla="*/ 119063 w 119062"/>
              <a:gd name="connsiteY12" fmla="*/ 59531 h 160827"/>
              <a:gd name="connsiteX13" fmla="*/ 110976 w 119062"/>
              <a:gd name="connsiteY13" fmla="*/ 89387 h 160827"/>
              <a:gd name="connsiteX14" fmla="*/ 88106 w 119062"/>
              <a:gd name="connsiteY14" fmla="*/ 111662 h 160827"/>
              <a:gd name="connsiteX15" fmla="*/ 88106 w 119062"/>
              <a:gd name="connsiteY15" fmla="*/ 140346 h 160827"/>
              <a:gd name="connsiteX16" fmla="*/ 85258 w 119062"/>
              <a:gd name="connsiteY16" fmla="*/ 147023 h 160827"/>
              <a:gd name="connsiteX17" fmla="*/ 78581 w 119062"/>
              <a:gd name="connsiteY17" fmla="*/ 149874 h 160827"/>
              <a:gd name="connsiteX18" fmla="*/ 73085 w 119062"/>
              <a:gd name="connsiteY18" fmla="*/ 149874 h 160827"/>
              <a:gd name="connsiteX19" fmla="*/ 68616 w 119062"/>
              <a:gd name="connsiteY19" fmla="*/ 157758 h 160827"/>
              <a:gd name="connsiteX20" fmla="*/ 59531 w 119062"/>
              <a:gd name="connsiteY20" fmla="*/ 160827 h 160827"/>
              <a:gd name="connsiteX21" fmla="*/ 40481 w 119062"/>
              <a:gd name="connsiteY21" fmla="*/ 140346 h 160827"/>
              <a:gd name="connsiteX22" fmla="*/ 78581 w 119062"/>
              <a:gd name="connsiteY22" fmla="*/ 140346 h 160827"/>
              <a:gd name="connsiteX23" fmla="*/ 78581 w 119062"/>
              <a:gd name="connsiteY23" fmla="*/ 131043 h 160827"/>
              <a:gd name="connsiteX24" fmla="*/ 40481 w 119062"/>
              <a:gd name="connsiteY24" fmla="*/ 131043 h 160827"/>
              <a:gd name="connsiteX25" fmla="*/ 40481 w 119062"/>
              <a:gd name="connsiteY25" fmla="*/ 140346 h 160827"/>
              <a:gd name="connsiteX26" fmla="*/ 40481 w 119062"/>
              <a:gd name="connsiteY26" fmla="*/ 123715 h 160827"/>
              <a:gd name="connsiteX27" fmla="*/ 78581 w 119062"/>
              <a:gd name="connsiteY27" fmla="*/ 123715 h 160827"/>
              <a:gd name="connsiteX28" fmla="*/ 78581 w 119062"/>
              <a:gd name="connsiteY28" fmla="*/ 114300 h 160827"/>
              <a:gd name="connsiteX29" fmla="*/ 40481 w 119062"/>
              <a:gd name="connsiteY29" fmla="*/ 114300 h 160827"/>
              <a:gd name="connsiteX30" fmla="*/ 40481 w 119062"/>
              <a:gd name="connsiteY30" fmla="*/ 123715 h 160827"/>
              <a:gd name="connsiteX31" fmla="*/ 38576 w 119062"/>
              <a:gd name="connsiteY31" fmla="*/ 104775 h 160827"/>
              <a:gd name="connsiteX32" fmla="*/ 55319 w 119062"/>
              <a:gd name="connsiteY32" fmla="*/ 104775 h 160827"/>
              <a:gd name="connsiteX33" fmla="*/ 55319 w 119062"/>
              <a:gd name="connsiteY33" fmla="*/ 75028 h 160827"/>
              <a:gd name="connsiteX34" fmla="*/ 35462 w 119062"/>
              <a:gd name="connsiteY34" fmla="*/ 55171 h 160827"/>
              <a:gd name="connsiteX35" fmla="*/ 41434 w 119062"/>
              <a:gd name="connsiteY35" fmla="*/ 49201 h 160827"/>
              <a:gd name="connsiteX36" fmla="*/ 59531 w 119062"/>
              <a:gd name="connsiteY36" fmla="*/ 67299 h 160827"/>
              <a:gd name="connsiteX37" fmla="*/ 77629 w 119062"/>
              <a:gd name="connsiteY37" fmla="*/ 49201 h 160827"/>
              <a:gd name="connsiteX38" fmla="*/ 83601 w 119062"/>
              <a:gd name="connsiteY38" fmla="*/ 55171 h 160827"/>
              <a:gd name="connsiteX39" fmla="*/ 63744 w 119062"/>
              <a:gd name="connsiteY39" fmla="*/ 75028 h 160827"/>
              <a:gd name="connsiteX40" fmla="*/ 63744 w 119062"/>
              <a:gd name="connsiteY40" fmla="*/ 104775 h 160827"/>
              <a:gd name="connsiteX41" fmla="*/ 80486 w 119062"/>
              <a:gd name="connsiteY41" fmla="*/ 104775 h 160827"/>
              <a:gd name="connsiteX42" fmla="*/ 101441 w 119062"/>
              <a:gd name="connsiteY42" fmla="*/ 86558 h 160827"/>
              <a:gd name="connsiteX43" fmla="*/ 109538 w 119062"/>
              <a:gd name="connsiteY43" fmla="*/ 59531 h 160827"/>
              <a:gd name="connsiteX44" fmla="*/ 95012 w 119062"/>
              <a:gd name="connsiteY44" fmla="*/ 24051 h 160827"/>
              <a:gd name="connsiteX45" fmla="*/ 59531 w 119062"/>
              <a:gd name="connsiteY45" fmla="*/ 9525 h 160827"/>
              <a:gd name="connsiteX46" fmla="*/ 24051 w 119062"/>
              <a:gd name="connsiteY46" fmla="*/ 24051 h 160827"/>
              <a:gd name="connsiteX47" fmla="*/ 9525 w 119062"/>
              <a:gd name="connsiteY47" fmla="*/ 59531 h 160827"/>
              <a:gd name="connsiteX48" fmla="*/ 17621 w 119062"/>
              <a:gd name="connsiteY48" fmla="*/ 86558 h 160827"/>
              <a:gd name="connsiteX49" fmla="*/ 38576 w 119062"/>
              <a:gd name="connsiteY49" fmla="*/ 104775 h 16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9062" h="160827">
                <a:moveTo>
                  <a:pt x="59531" y="160827"/>
                </a:moveTo>
                <a:cubicBezTo>
                  <a:pt x="56015" y="160827"/>
                  <a:pt x="52987" y="159804"/>
                  <a:pt x="50447" y="157758"/>
                </a:cubicBezTo>
                <a:cubicBezTo>
                  <a:pt x="47907" y="155713"/>
                  <a:pt x="46417" y="153085"/>
                  <a:pt x="45977" y="149874"/>
                </a:cubicBezTo>
                <a:lnTo>
                  <a:pt x="40481" y="149874"/>
                </a:lnTo>
                <a:cubicBezTo>
                  <a:pt x="37929" y="149874"/>
                  <a:pt x="35703" y="148923"/>
                  <a:pt x="33804" y="147023"/>
                </a:cubicBezTo>
                <a:cubicBezTo>
                  <a:pt x="31906" y="145125"/>
                  <a:pt x="30956" y="142899"/>
                  <a:pt x="30956" y="140346"/>
                </a:cubicBezTo>
                <a:lnTo>
                  <a:pt x="30956" y="111662"/>
                </a:lnTo>
                <a:cubicBezTo>
                  <a:pt x="21101" y="106204"/>
                  <a:pt x="13478" y="98761"/>
                  <a:pt x="8087" y="89333"/>
                </a:cubicBezTo>
                <a:cubicBezTo>
                  <a:pt x="2696" y="79906"/>
                  <a:pt x="0" y="69972"/>
                  <a:pt x="0" y="59531"/>
                </a:cubicBezTo>
                <a:cubicBezTo>
                  <a:pt x="0" y="42886"/>
                  <a:pt x="5761" y="28804"/>
                  <a:pt x="17283" y="17283"/>
                </a:cubicBezTo>
                <a:cubicBezTo>
                  <a:pt x="28804" y="5761"/>
                  <a:pt x="42886" y="0"/>
                  <a:pt x="59531" y="0"/>
                </a:cubicBezTo>
                <a:cubicBezTo>
                  <a:pt x="76176" y="0"/>
                  <a:pt x="90259" y="5761"/>
                  <a:pt x="101779" y="17283"/>
                </a:cubicBezTo>
                <a:cubicBezTo>
                  <a:pt x="113302" y="28804"/>
                  <a:pt x="119063" y="42886"/>
                  <a:pt x="119063" y="59531"/>
                </a:cubicBezTo>
                <a:cubicBezTo>
                  <a:pt x="119063" y="70045"/>
                  <a:pt x="116367" y="79997"/>
                  <a:pt x="110976" y="89387"/>
                </a:cubicBezTo>
                <a:cubicBezTo>
                  <a:pt x="105585" y="98779"/>
                  <a:pt x="97962" y="106204"/>
                  <a:pt x="88106" y="111662"/>
                </a:cubicBezTo>
                <a:lnTo>
                  <a:pt x="88106" y="140346"/>
                </a:lnTo>
                <a:cubicBezTo>
                  <a:pt x="88106" y="142899"/>
                  <a:pt x="87157" y="145125"/>
                  <a:pt x="85258" y="147023"/>
                </a:cubicBezTo>
                <a:cubicBezTo>
                  <a:pt x="83360" y="148923"/>
                  <a:pt x="81134" y="149874"/>
                  <a:pt x="78581" y="149874"/>
                </a:cubicBezTo>
                <a:lnTo>
                  <a:pt x="73085" y="149874"/>
                </a:lnTo>
                <a:cubicBezTo>
                  <a:pt x="72646" y="153085"/>
                  <a:pt x="71156" y="155713"/>
                  <a:pt x="68616" y="157758"/>
                </a:cubicBezTo>
                <a:cubicBezTo>
                  <a:pt x="66076" y="159804"/>
                  <a:pt x="63048" y="160827"/>
                  <a:pt x="59531" y="160827"/>
                </a:cubicBezTo>
                <a:close/>
                <a:moveTo>
                  <a:pt x="40481" y="140346"/>
                </a:moveTo>
                <a:lnTo>
                  <a:pt x="78581" y="140346"/>
                </a:lnTo>
                <a:lnTo>
                  <a:pt x="78581" y="131043"/>
                </a:lnTo>
                <a:lnTo>
                  <a:pt x="40481" y="131043"/>
                </a:lnTo>
                <a:lnTo>
                  <a:pt x="40481" y="140346"/>
                </a:lnTo>
                <a:close/>
                <a:moveTo>
                  <a:pt x="40481" y="123715"/>
                </a:moveTo>
                <a:lnTo>
                  <a:pt x="78581" y="123715"/>
                </a:lnTo>
                <a:lnTo>
                  <a:pt x="78581" y="114300"/>
                </a:lnTo>
                <a:lnTo>
                  <a:pt x="40481" y="114300"/>
                </a:lnTo>
                <a:lnTo>
                  <a:pt x="40481" y="123715"/>
                </a:lnTo>
                <a:close/>
                <a:moveTo>
                  <a:pt x="38576" y="104775"/>
                </a:moveTo>
                <a:lnTo>
                  <a:pt x="55319" y="104775"/>
                </a:lnTo>
                <a:lnTo>
                  <a:pt x="55319" y="75028"/>
                </a:lnTo>
                <a:lnTo>
                  <a:pt x="35462" y="55171"/>
                </a:lnTo>
                <a:lnTo>
                  <a:pt x="41434" y="49201"/>
                </a:lnTo>
                <a:lnTo>
                  <a:pt x="59531" y="67299"/>
                </a:lnTo>
                <a:lnTo>
                  <a:pt x="77629" y="49201"/>
                </a:lnTo>
                <a:lnTo>
                  <a:pt x="83601" y="55171"/>
                </a:lnTo>
                <a:lnTo>
                  <a:pt x="63744" y="75028"/>
                </a:lnTo>
                <a:lnTo>
                  <a:pt x="63744" y="104775"/>
                </a:lnTo>
                <a:lnTo>
                  <a:pt x="80486" y="104775"/>
                </a:lnTo>
                <a:cubicBezTo>
                  <a:pt x="89059" y="100648"/>
                  <a:pt x="96044" y="94575"/>
                  <a:pt x="101441" y="86558"/>
                </a:cubicBezTo>
                <a:cubicBezTo>
                  <a:pt x="106839" y="78541"/>
                  <a:pt x="109538" y="69533"/>
                  <a:pt x="109538" y="59531"/>
                </a:cubicBezTo>
                <a:cubicBezTo>
                  <a:pt x="109538" y="45561"/>
                  <a:pt x="104696" y="33734"/>
                  <a:pt x="95012" y="24051"/>
                </a:cubicBezTo>
                <a:cubicBezTo>
                  <a:pt x="85328" y="14367"/>
                  <a:pt x="73501" y="9525"/>
                  <a:pt x="59531" y="9525"/>
                </a:cubicBezTo>
                <a:cubicBezTo>
                  <a:pt x="45561" y="9525"/>
                  <a:pt x="33734" y="14367"/>
                  <a:pt x="24051" y="24051"/>
                </a:cubicBezTo>
                <a:cubicBezTo>
                  <a:pt x="14367" y="33734"/>
                  <a:pt x="9525" y="45561"/>
                  <a:pt x="9525" y="59531"/>
                </a:cubicBezTo>
                <a:cubicBezTo>
                  <a:pt x="9525" y="69533"/>
                  <a:pt x="12224" y="78541"/>
                  <a:pt x="17621" y="86558"/>
                </a:cubicBezTo>
                <a:cubicBezTo>
                  <a:pt x="23019" y="94575"/>
                  <a:pt x="30004" y="100648"/>
                  <a:pt x="38576" y="10477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6" name="object 3">
            <a:extLst>
              <a:ext uri="{FF2B5EF4-FFF2-40B4-BE49-F238E27FC236}">
                <a16:creationId xmlns:a16="http://schemas.microsoft.com/office/drawing/2014/main" id="{733A4EC7-59EC-05A7-4971-E7943FCE5A91}"/>
              </a:ext>
            </a:extLst>
          </p:cNvPr>
          <p:cNvSpPr txBox="1"/>
          <p:nvPr/>
        </p:nvSpPr>
        <p:spPr>
          <a:xfrm>
            <a:off x="4534245" y="2916235"/>
            <a:ext cx="2068342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TVOC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휘발</a:t>
            </a:r>
            <a:r>
              <a:rPr lang="ko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성유기화합물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7" name="object 3">
            <a:extLst>
              <a:ext uri="{FF2B5EF4-FFF2-40B4-BE49-F238E27FC236}">
                <a16:creationId xmlns:a16="http://schemas.microsoft.com/office/drawing/2014/main" id="{22645B08-D0D8-1AAB-A3C1-150498EB2889}"/>
              </a:ext>
            </a:extLst>
          </p:cNvPr>
          <p:cNvSpPr txBox="1"/>
          <p:nvPr/>
        </p:nvSpPr>
        <p:spPr>
          <a:xfrm>
            <a:off x="4534245" y="3436246"/>
            <a:ext cx="1404311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포름알데히드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HCHO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48" name="object 3">
            <a:extLst>
              <a:ext uri="{FF2B5EF4-FFF2-40B4-BE49-F238E27FC236}">
                <a16:creationId xmlns:a16="http://schemas.microsoft.com/office/drawing/2014/main" id="{6845B1BB-428F-86B0-C2B9-5F7BBCEA2873}"/>
              </a:ext>
            </a:extLst>
          </p:cNvPr>
          <p:cNvSpPr txBox="1"/>
          <p:nvPr/>
        </p:nvSpPr>
        <p:spPr>
          <a:xfrm>
            <a:off x="4534245" y="4037953"/>
            <a:ext cx="2068342" cy="182970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라돈 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Radon (Bq/m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BD4D02A3-9FD5-D246-B6BA-C457F55E5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93072"/>
              </p:ext>
            </p:extLst>
          </p:nvPr>
        </p:nvGraphicFramePr>
        <p:xfrm>
          <a:off x="955482" y="2916235"/>
          <a:ext cx="2314428" cy="1474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642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566786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690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5A4E81D5-6095-E4B6-56C8-6FDED5A06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352014"/>
              </p:ext>
            </p:extLst>
          </p:nvPr>
        </p:nvGraphicFramePr>
        <p:xfrm>
          <a:off x="6506980" y="2959981"/>
          <a:ext cx="2395782" cy="135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338">
                  <a:extLst>
                    <a:ext uri="{9D8B030D-6E8A-4147-A177-3AD203B41FA5}">
                      <a16:colId xmlns:a16="http://schemas.microsoft.com/office/drawing/2014/main" val="1859582104"/>
                    </a:ext>
                  </a:extLst>
                </a:gridCol>
                <a:gridCol w="1585444">
                  <a:extLst>
                    <a:ext uri="{9D8B030D-6E8A-4147-A177-3AD203B41FA5}">
                      <a16:colId xmlns:a16="http://schemas.microsoft.com/office/drawing/2014/main" val="3886783680"/>
                    </a:ext>
                  </a:extLst>
                </a:gridCol>
              </a:tblGrid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1.176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TVOC (mg/m</a:t>
                      </a:r>
                      <a:r>
                        <a:rPr lang="en-US" altLang="ko-KR" sz="1200" b="1" baseline="30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69529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0.121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HCHO (mg/m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918292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134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Radon (Bq/m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06747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00BACD3C-45FC-F4E5-6B88-FDDC93CCA691}"/>
              </a:ext>
            </a:extLst>
          </p:cNvPr>
          <p:cNvSpPr/>
          <p:nvPr/>
        </p:nvSpPr>
        <p:spPr>
          <a:xfrm>
            <a:off x="804928" y="2797066"/>
            <a:ext cx="8446880" cy="167984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97" name="텍스트 개체 틀 2">
            <a:extLst>
              <a:ext uri="{FF2B5EF4-FFF2-40B4-BE49-F238E27FC236}">
                <a16:creationId xmlns:a16="http://schemas.microsoft.com/office/drawing/2014/main" id="{9143F30E-7E22-C7D9-3983-BC37D15CDA5F}"/>
              </a:ext>
            </a:extLst>
          </p:cNvPr>
          <p:cNvSpPr txBox="1">
            <a:spLocks/>
          </p:cNvSpPr>
          <p:nvPr/>
        </p:nvSpPr>
        <p:spPr>
          <a:xfrm>
            <a:off x="901167" y="2150609"/>
            <a:ext cx="5715000" cy="3369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dirty="0">
                <a:ln>
                  <a:solidFill>
                    <a:schemeClr val="tx2">
                      <a:tint val="1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충분한 환기가 </a:t>
            </a:r>
            <a:r>
              <a:rPr lang="ko-KR" altLang="en-US" sz="1800" b="1" dirty="0">
                <a:ln>
                  <a:solidFill>
                    <a:schemeClr val="tx2">
                      <a:tint val="1000"/>
                      <a:alpha val="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</a:rPr>
              <a:t>가장 경제적이며 </a:t>
            </a:r>
            <a:r>
              <a:rPr lang="ko-KR" altLang="en-US" sz="1800" dirty="0">
                <a:ln>
                  <a:solidFill>
                    <a:schemeClr val="tx2">
                      <a:tint val="1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효과적 입니다</a:t>
            </a:r>
            <a:r>
              <a:rPr lang="en-US" altLang="ko-KR" sz="1800" dirty="0">
                <a:ln>
                  <a:solidFill>
                    <a:schemeClr val="tx2">
                      <a:tint val="1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  <a:endParaRPr lang="ko-KR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7DC6CECE-04AA-D920-0491-44DC387C0C06}"/>
              </a:ext>
            </a:extLst>
          </p:cNvPr>
          <p:cNvSpPr/>
          <p:nvPr/>
        </p:nvSpPr>
        <p:spPr>
          <a:xfrm>
            <a:off x="842255" y="13063836"/>
            <a:ext cx="8172312" cy="44362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rgbClr val="0070C0"/>
                </a:solidFill>
                <a:latin typeface="+mj-ea"/>
                <a:ea typeface="+mj-ea"/>
              </a:rPr>
              <a:t>신축 공동주택의 실내공기질 권고기준에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따른 농도를 비교 분석한 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세대가실내공기질권고기준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확인 하였습니다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019ABF-BD58-1D7E-A1B7-A879AFC0CC1F}"/>
              </a:ext>
            </a:extLst>
          </p:cNvPr>
          <p:cNvSpPr/>
          <p:nvPr/>
        </p:nvSpPr>
        <p:spPr>
          <a:xfrm>
            <a:off x="804928" y="1509868"/>
            <a:ext cx="30341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공기질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측정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E02BCD8-D952-A416-773A-F2CEB83FA266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043386" y="5663688"/>
            <a:ext cx="3866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왼쪽 대괄호 17">
            <a:extLst>
              <a:ext uri="{FF2B5EF4-FFF2-40B4-BE49-F238E27FC236}">
                <a16:creationId xmlns:a16="http://schemas.microsoft.com/office/drawing/2014/main" id="{74515B71-B49D-A001-C373-3D8419BDC851}"/>
              </a:ext>
            </a:extLst>
          </p:cNvPr>
          <p:cNvSpPr>
            <a:spLocks/>
          </p:cNvSpPr>
          <p:nvPr/>
        </p:nvSpPr>
        <p:spPr>
          <a:xfrm>
            <a:off x="4213152" y="5143076"/>
            <a:ext cx="216897" cy="1072955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j-ea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CDEAAD0-E813-3EC4-020B-8D567692C401}"/>
              </a:ext>
            </a:extLst>
          </p:cNvPr>
          <p:cNvSpPr/>
          <p:nvPr/>
        </p:nvSpPr>
        <p:spPr>
          <a:xfrm>
            <a:off x="3518086" y="5364635"/>
            <a:ext cx="525300" cy="5981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5" name="그래픽 51">
            <a:extLst>
              <a:ext uri="{FF2B5EF4-FFF2-40B4-BE49-F238E27FC236}">
                <a16:creationId xmlns:a16="http://schemas.microsoft.com/office/drawing/2014/main" id="{ECEB27E6-4716-6C74-0E70-071570C3F494}"/>
              </a:ext>
            </a:extLst>
          </p:cNvPr>
          <p:cNvSpPr/>
          <p:nvPr/>
        </p:nvSpPr>
        <p:spPr>
          <a:xfrm>
            <a:off x="3625572" y="5361815"/>
            <a:ext cx="328500" cy="456222"/>
          </a:xfrm>
          <a:custGeom>
            <a:avLst/>
            <a:gdLst>
              <a:gd name="connsiteX0" fmla="*/ 59531 w 119062"/>
              <a:gd name="connsiteY0" fmla="*/ 160827 h 160827"/>
              <a:gd name="connsiteX1" fmla="*/ 50447 w 119062"/>
              <a:gd name="connsiteY1" fmla="*/ 157758 h 160827"/>
              <a:gd name="connsiteX2" fmla="*/ 45977 w 119062"/>
              <a:gd name="connsiteY2" fmla="*/ 149874 h 160827"/>
              <a:gd name="connsiteX3" fmla="*/ 40481 w 119062"/>
              <a:gd name="connsiteY3" fmla="*/ 149874 h 160827"/>
              <a:gd name="connsiteX4" fmla="*/ 33804 w 119062"/>
              <a:gd name="connsiteY4" fmla="*/ 147023 h 160827"/>
              <a:gd name="connsiteX5" fmla="*/ 30956 w 119062"/>
              <a:gd name="connsiteY5" fmla="*/ 140346 h 160827"/>
              <a:gd name="connsiteX6" fmla="*/ 30956 w 119062"/>
              <a:gd name="connsiteY6" fmla="*/ 111662 h 160827"/>
              <a:gd name="connsiteX7" fmla="*/ 8087 w 119062"/>
              <a:gd name="connsiteY7" fmla="*/ 89333 h 160827"/>
              <a:gd name="connsiteX8" fmla="*/ 0 w 119062"/>
              <a:gd name="connsiteY8" fmla="*/ 59531 h 160827"/>
              <a:gd name="connsiteX9" fmla="*/ 17283 w 119062"/>
              <a:gd name="connsiteY9" fmla="*/ 17283 h 160827"/>
              <a:gd name="connsiteX10" fmla="*/ 59531 w 119062"/>
              <a:gd name="connsiteY10" fmla="*/ 0 h 160827"/>
              <a:gd name="connsiteX11" fmla="*/ 101779 w 119062"/>
              <a:gd name="connsiteY11" fmla="*/ 17283 h 160827"/>
              <a:gd name="connsiteX12" fmla="*/ 119063 w 119062"/>
              <a:gd name="connsiteY12" fmla="*/ 59531 h 160827"/>
              <a:gd name="connsiteX13" fmla="*/ 110976 w 119062"/>
              <a:gd name="connsiteY13" fmla="*/ 89387 h 160827"/>
              <a:gd name="connsiteX14" fmla="*/ 88106 w 119062"/>
              <a:gd name="connsiteY14" fmla="*/ 111662 h 160827"/>
              <a:gd name="connsiteX15" fmla="*/ 88106 w 119062"/>
              <a:gd name="connsiteY15" fmla="*/ 140346 h 160827"/>
              <a:gd name="connsiteX16" fmla="*/ 85258 w 119062"/>
              <a:gd name="connsiteY16" fmla="*/ 147023 h 160827"/>
              <a:gd name="connsiteX17" fmla="*/ 78581 w 119062"/>
              <a:gd name="connsiteY17" fmla="*/ 149874 h 160827"/>
              <a:gd name="connsiteX18" fmla="*/ 73085 w 119062"/>
              <a:gd name="connsiteY18" fmla="*/ 149874 h 160827"/>
              <a:gd name="connsiteX19" fmla="*/ 68616 w 119062"/>
              <a:gd name="connsiteY19" fmla="*/ 157758 h 160827"/>
              <a:gd name="connsiteX20" fmla="*/ 59531 w 119062"/>
              <a:gd name="connsiteY20" fmla="*/ 160827 h 160827"/>
              <a:gd name="connsiteX21" fmla="*/ 40481 w 119062"/>
              <a:gd name="connsiteY21" fmla="*/ 140346 h 160827"/>
              <a:gd name="connsiteX22" fmla="*/ 78581 w 119062"/>
              <a:gd name="connsiteY22" fmla="*/ 140346 h 160827"/>
              <a:gd name="connsiteX23" fmla="*/ 78581 w 119062"/>
              <a:gd name="connsiteY23" fmla="*/ 131043 h 160827"/>
              <a:gd name="connsiteX24" fmla="*/ 40481 w 119062"/>
              <a:gd name="connsiteY24" fmla="*/ 131043 h 160827"/>
              <a:gd name="connsiteX25" fmla="*/ 40481 w 119062"/>
              <a:gd name="connsiteY25" fmla="*/ 140346 h 160827"/>
              <a:gd name="connsiteX26" fmla="*/ 40481 w 119062"/>
              <a:gd name="connsiteY26" fmla="*/ 123715 h 160827"/>
              <a:gd name="connsiteX27" fmla="*/ 78581 w 119062"/>
              <a:gd name="connsiteY27" fmla="*/ 123715 h 160827"/>
              <a:gd name="connsiteX28" fmla="*/ 78581 w 119062"/>
              <a:gd name="connsiteY28" fmla="*/ 114300 h 160827"/>
              <a:gd name="connsiteX29" fmla="*/ 40481 w 119062"/>
              <a:gd name="connsiteY29" fmla="*/ 114300 h 160827"/>
              <a:gd name="connsiteX30" fmla="*/ 40481 w 119062"/>
              <a:gd name="connsiteY30" fmla="*/ 123715 h 160827"/>
              <a:gd name="connsiteX31" fmla="*/ 38576 w 119062"/>
              <a:gd name="connsiteY31" fmla="*/ 104775 h 160827"/>
              <a:gd name="connsiteX32" fmla="*/ 55319 w 119062"/>
              <a:gd name="connsiteY32" fmla="*/ 104775 h 160827"/>
              <a:gd name="connsiteX33" fmla="*/ 55319 w 119062"/>
              <a:gd name="connsiteY33" fmla="*/ 75028 h 160827"/>
              <a:gd name="connsiteX34" fmla="*/ 35462 w 119062"/>
              <a:gd name="connsiteY34" fmla="*/ 55171 h 160827"/>
              <a:gd name="connsiteX35" fmla="*/ 41434 w 119062"/>
              <a:gd name="connsiteY35" fmla="*/ 49201 h 160827"/>
              <a:gd name="connsiteX36" fmla="*/ 59531 w 119062"/>
              <a:gd name="connsiteY36" fmla="*/ 67299 h 160827"/>
              <a:gd name="connsiteX37" fmla="*/ 77629 w 119062"/>
              <a:gd name="connsiteY37" fmla="*/ 49201 h 160827"/>
              <a:gd name="connsiteX38" fmla="*/ 83601 w 119062"/>
              <a:gd name="connsiteY38" fmla="*/ 55171 h 160827"/>
              <a:gd name="connsiteX39" fmla="*/ 63744 w 119062"/>
              <a:gd name="connsiteY39" fmla="*/ 75028 h 160827"/>
              <a:gd name="connsiteX40" fmla="*/ 63744 w 119062"/>
              <a:gd name="connsiteY40" fmla="*/ 104775 h 160827"/>
              <a:gd name="connsiteX41" fmla="*/ 80486 w 119062"/>
              <a:gd name="connsiteY41" fmla="*/ 104775 h 160827"/>
              <a:gd name="connsiteX42" fmla="*/ 101441 w 119062"/>
              <a:gd name="connsiteY42" fmla="*/ 86558 h 160827"/>
              <a:gd name="connsiteX43" fmla="*/ 109538 w 119062"/>
              <a:gd name="connsiteY43" fmla="*/ 59531 h 160827"/>
              <a:gd name="connsiteX44" fmla="*/ 95012 w 119062"/>
              <a:gd name="connsiteY44" fmla="*/ 24051 h 160827"/>
              <a:gd name="connsiteX45" fmla="*/ 59531 w 119062"/>
              <a:gd name="connsiteY45" fmla="*/ 9525 h 160827"/>
              <a:gd name="connsiteX46" fmla="*/ 24051 w 119062"/>
              <a:gd name="connsiteY46" fmla="*/ 24051 h 160827"/>
              <a:gd name="connsiteX47" fmla="*/ 9525 w 119062"/>
              <a:gd name="connsiteY47" fmla="*/ 59531 h 160827"/>
              <a:gd name="connsiteX48" fmla="*/ 17621 w 119062"/>
              <a:gd name="connsiteY48" fmla="*/ 86558 h 160827"/>
              <a:gd name="connsiteX49" fmla="*/ 38576 w 119062"/>
              <a:gd name="connsiteY49" fmla="*/ 104775 h 16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9062" h="160827">
                <a:moveTo>
                  <a:pt x="59531" y="160827"/>
                </a:moveTo>
                <a:cubicBezTo>
                  <a:pt x="56015" y="160827"/>
                  <a:pt x="52987" y="159804"/>
                  <a:pt x="50447" y="157758"/>
                </a:cubicBezTo>
                <a:cubicBezTo>
                  <a:pt x="47907" y="155713"/>
                  <a:pt x="46417" y="153085"/>
                  <a:pt x="45977" y="149874"/>
                </a:cubicBezTo>
                <a:lnTo>
                  <a:pt x="40481" y="149874"/>
                </a:lnTo>
                <a:cubicBezTo>
                  <a:pt x="37929" y="149874"/>
                  <a:pt x="35703" y="148923"/>
                  <a:pt x="33804" y="147023"/>
                </a:cubicBezTo>
                <a:cubicBezTo>
                  <a:pt x="31906" y="145125"/>
                  <a:pt x="30956" y="142899"/>
                  <a:pt x="30956" y="140346"/>
                </a:cubicBezTo>
                <a:lnTo>
                  <a:pt x="30956" y="111662"/>
                </a:lnTo>
                <a:cubicBezTo>
                  <a:pt x="21101" y="106204"/>
                  <a:pt x="13478" y="98761"/>
                  <a:pt x="8087" y="89333"/>
                </a:cubicBezTo>
                <a:cubicBezTo>
                  <a:pt x="2696" y="79906"/>
                  <a:pt x="0" y="69972"/>
                  <a:pt x="0" y="59531"/>
                </a:cubicBezTo>
                <a:cubicBezTo>
                  <a:pt x="0" y="42886"/>
                  <a:pt x="5761" y="28804"/>
                  <a:pt x="17283" y="17283"/>
                </a:cubicBezTo>
                <a:cubicBezTo>
                  <a:pt x="28804" y="5761"/>
                  <a:pt x="42886" y="0"/>
                  <a:pt x="59531" y="0"/>
                </a:cubicBezTo>
                <a:cubicBezTo>
                  <a:pt x="76176" y="0"/>
                  <a:pt x="90259" y="5761"/>
                  <a:pt x="101779" y="17283"/>
                </a:cubicBezTo>
                <a:cubicBezTo>
                  <a:pt x="113302" y="28804"/>
                  <a:pt x="119063" y="42886"/>
                  <a:pt x="119063" y="59531"/>
                </a:cubicBezTo>
                <a:cubicBezTo>
                  <a:pt x="119063" y="70045"/>
                  <a:pt x="116367" y="79997"/>
                  <a:pt x="110976" y="89387"/>
                </a:cubicBezTo>
                <a:cubicBezTo>
                  <a:pt x="105585" y="98779"/>
                  <a:pt x="97962" y="106204"/>
                  <a:pt x="88106" y="111662"/>
                </a:cubicBezTo>
                <a:lnTo>
                  <a:pt x="88106" y="140346"/>
                </a:lnTo>
                <a:cubicBezTo>
                  <a:pt x="88106" y="142899"/>
                  <a:pt x="87157" y="145125"/>
                  <a:pt x="85258" y="147023"/>
                </a:cubicBezTo>
                <a:cubicBezTo>
                  <a:pt x="83360" y="148923"/>
                  <a:pt x="81134" y="149874"/>
                  <a:pt x="78581" y="149874"/>
                </a:cubicBezTo>
                <a:lnTo>
                  <a:pt x="73085" y="149874"/>
                </a:lnTo>
                <a:cubicBezTo>
                  <a:pt x="72646" y="153085"/>
                  <a:pt x="71156" y="155713"/>
                  <a:pt x="68616" y="157758"/>
                </a:cubicBezTo>
                <a:cubicBezTo>
                  <a:pt x="66076" y="159804"/>
                  <a:pt x="63048" y="160827"/>
                  <a:pt x="59531" y="160827"/>
                </a:cubicBezTo>
                <a:close/>
                <a:moveTo>
                  <a:pt x="40481" y="140346"/>
                </a:moveTo>
                <a:lnTo>
                  <a:pt x="78581" y="140346"/>
                </a:lnTo>
                <a:lnTo>
                  <a:pt x="78581" y="131043"/>
                </a:lnTo>
                <a:lnTo>
                  <a:pt x="40481" y="131043"/>
                </a:lnTo>
                <a:lnTo>
                  <a:pt x="40481" y="140346"/>
                </a:lnTo>
                <a:close/>
                <a:moveTo>
                  <a:pt x="40481" y="123715"/>
                </a:moveTo>
                <a:lnTo>
                  <a:pt x="78581" y="123715"/>
                </a:lnTo>
                <a:lnTo>
                  <a:pt x="78581" y="114300"/>
                </a:lnTo>
                <a:lnTo>
                  <a:pt x="40481" y="114300"/>
                </a:lnTo>
                <a:lnTo>
                  <a:pt x="40481" y="123715"/>
                </a:lnTo>
                <a:close/>
                <a:moveTo>
                  <a:pt x="38576" y="104775"/>
                </a:moveTo>
                <a:lnTo>
                  <a:pt x="55319" y="104775"/>
                </a:lnTo>
                <a:lnTo>
                  <a:pt x="55319" y="75028"/>
                </a:lnTo>
                <a:lnTo>
                  <a:pt x="35462" y="55171"/>
                </a:lnTo>
                <a:lnTo>
                  <a:pt x="41434" y="49201"/>
                </a:lnTo>
                <a:lnTo>
                  <a:pt x="59531" y="67299"/>
                </a:lnTo>
                <a:lnTo>
                  <a:pt x="77629" y="49201"/>
                </a:lnTo>
                <a:lnTo>
                  <a:pt x="83601" y="55171"/>
                </a:lnTo>
                <a:lnTo>
                  <a:pt x="63744" y="75028"/>
                </a:lnTo>
                <a:lnTo>
                  <a:pt x="63744" y="104775"/>
                </a:lnTo>
                <a:lnTo>
                  <a:pt x="80486" y="104775"/>
                </a:lnTo>
                <a:cubicBezTo>
                  <a:pt x="89059" y="100648"/>
                  <a:pt x="96044" y="94575"/>
                  <a:pt x="101441" y="86558"/>
                </a:cubicBezTo>
                <a:cubicBezTo>
                  <a:pt x="106839" y="78541"/>
                  <a:pt x="109538" y="69533"/>
                  <a:pt x="109538" y="59531"/>
                </a:cubicBezTo>
                <a:cubicBezTo>
                  <a:pt x="109538" y="45561"/>
                  <a:pt x="104696" y="33734"/>
                  <a:pt x="95012" y="24051"/>
                </a:cubicBezTo>
                <a:cubicBezTo>
                  <a:pt x="85328" y="14367"/>
                  <a:pt x="73501" y="9525"/>
                  <a:pt x="59531" y="9525"/>
                </a:cubicBezTo>
                <a:cubicBezTo>
                  <a:pt x="45561" y="9525"/>
                  <a:pt x="33734" y="14367"/>
                  <a:pt x="24051" y="24051"/>
                </a:cubicBezTo>
                <a:cubicBezTo>
                  <a:pt x="14367" y="33734"/>
                  <a:pt x="9525" y="45561"/>
                  <a:pt x="9525" y="59531"/>
                </a:cubicBezTo>
                <a:cubicBezTo>
                  <a:pt x="9525" y="69533"/>
                  <a:pt x="12224" y="78541"/>
                  <a:pt x="17621" y="86558"/>
                </a:cubicBezTo>
                <a:cubicBezTo>
                  <a:pt x="23019" y="94575"/>
                  <a:pt x="30004" y="100648"/>
                  <a:pt x="38576" y="10477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48E4DF9F-934A-C1B5-2596-1DE64BD22837}"/>
              </a:ext>
            </a:extLst>
          </p:cNvPr>
          <p:cNvSpPr txBox="1"/>
          <p:nvPr/>
        </p:nvSpPr>
        <p:spPr>
          <a:xfrm>
            <a:off x="4523341" y="4953085"/>
            <a:ext cx="2068342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TVOC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휘발</a:t>
            </a:r>
            <a:r>
              <a:rPr lang="ko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성유기화합물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AE42A639-A303-690F-4CB1-08F115561F24}"/>
              </a:ext>
            </a:extLst>
          </p:cNvPr>
          <p:cNvSpPr txBox="1"/>
          <p:nvPr/>
        </p:nvSpPr>
        <p:spPr>
          <a:xfrm>
            <a:off x="4523341" y="5473096"/>
            <a:ext cx="1404311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포름알데히드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HCHO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28" name="object 3">
            <a:extLst>
              <a:ext uri="{FF2B5EF4-FFF2-40B4-BE49-F238E27FC236}">
                <a16:creationId xmlns:a16="http://schemas.microsoft.com/office/drawing/2014/main" id="{8A838743-55EC-B7FD-BF0B-4C8FAA5EB728}"/>
              </a:ext>
            </a:extLst>
          </p:cNvPr>
          <p:cNvSpPr txBox="1"/>
          <p:nvPr/>
        </p:nvSpPr>
        <p:spPr>
          <a:xfrm>
            <a:off x="4523341" y="6219943"/>
            <a:ext cx="2068342" cy="182970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라돈 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Radon (Bq/m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E727B58C-8CFC-8EEF-F68D-FF04F2A09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620322"/>
              </p:ext>
            </p:extLst>
          </p:nvPr>
        </p:nvGraphicFramePr>
        <p:xfrm>
          <a:off x="944578" y="4953085"/>
          <a:ext cx="2314428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642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566786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9B94306E-6CD4-18BD-E280-2CD51744D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430309"/>
              </p:ext>
            </p:extLst>
          </p:nvPr>
        </p:nvGraphicFramePr>
        <p:xfrm>
          <a:off x="6496076" y="4996831"/>
          <a:ext cx="2395782" cy="135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338">
                  <a:extLst>
                    <a:ext uri="{9D8B030D-6E8A-4147-A177-3AD203B41FA5}">
                      <a16:colId xmlns:a16="http://schemas.microsoft.com/office/drawing/2014/main" val="1859582104"/>
                    </a:ext>
                  </a:extLst>
                </a:gridCol>
                <a:gridCol w="1585444">
                  <a:extLst>
                    <a:ext uri="{9D8B030D-6E8A-4147-A177-3AD203B41FA5}">
                      <a16:colId xmlns:a16="http://schemas.microsoft.com/office/drawing/2014/main" val="3886783680"/>
                    </a:ext>
                  </a:extLst>
                </a:gridCol>
              </a:tblGrid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1.176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TVOC (mg/m</a:t>
                      </a:r>
                      <a:r>
                        <a:rPr lang="en-US" altLang="ko-KR" sz="1200" b="1" baseline="30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69529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0.121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HCHO (mg/m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918292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134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Radon (Bq/m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06747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8BF43D7E-86E3-DBD7-F93E-51A97BF8ECE0}"/>
              </a:ext>
            </a:extLst>
          </p:cNvPr>
          <p:cNvSpPr/>
          <p:nvPr/>
        </p:nvSpPr>
        <p:spPr>
          <a:xfrm>
            <a:off x="794024" y="4833916"/>
            <a:ext cx="8446880" cy="167984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2512B38-8B22-62F6-47ED-81032BC8AD9F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4032482" y="7700538"/>
            <a:ext cx="3866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왼쪽 대괄호 34">
            <a:extLst>
              <a:ext uri="{FF2B5EF4-FFF2-40B4-BE49-F238E27FC236}">
                <a16:creationId xmlns:a16="http://schemas.microsoft.com/office/drawing/2014/main" id="{28B7BE4E-9509-89D0-E0FC-49DCB5585A1B}"/>
              </a:ext>
            </a:extLst>
          </p:cNvPr>
          <p:cNvSpPr>
            <a:spLocks/>
          </p:cNvSpPr>
          <p:nvPr/>
        </p:nvSpPr>
        <p:spPr>
          <a:xfrm>
            <a:off x="4202248" y="7179926"/>
            <a:ext cx="216897" cy="1072955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j-ea"/>
              <a:ea typeface="+mj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2656D2D-357F-793A-D15F-E343DA5B81F0}"/>
              </a:ext>
            </a:extLst>
          </p:cNvPr>
          <p:cNvSpPr/>
          <p:nvPr/>
        </p:nvSpPr>
        <p:spPr>
          <a:xfrm>
            <a:off x="3507182" y="7401485"/>
            <a:ext cx="525300" cy="5981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37" name="그래픽 51">
            <a:extLst>
              <a:ext uri="{FF2B5EF4-FFF2-40B4-BE49-F238E27FC236}">
                <a16:creationId xmlns:a16="http://schemas.microsoft.com/office/drawing/2014/main" id="{682A4971-49D9-E15B-BBC2-69521A3D5789}"/>
              </a:ext>
            </a:extLst>
          </p:cNvPr>
          <p:cNvSpPr/>
          <p:nvPr/>
        </p:nvSpPr>
        <p:spPr>
          <a:xfrm>
            <a:off x="3614668" y="7398665"/>
            <a:ext cx="328500" cy="456222"/>
          </a:xfrm>
          <a:custGeom>
            <a:avLst/>
            <a:gdLst>
              <a:gd name="connsiteX0" fmla="*/ 59531 w 119062"/>
              <a:gd name="connsiteY0" fmla="*/ 160827 h 160827"/>
              <a:gd name="connsiteX1" fmla="*/ 50447 w 119062"/>
              <a:gd name="connsiteY1" fmla="*/ 157758 h 160827"/>
              <a:gd name="connsiteX2" fmla="*/ 45977 w 119062"/>
              <a:gd name="connsiteY2" fmla="*/ 149874 h 160827"/>
              <a:gd name="connsiteX3" fmla="*/ 40481 w 119062"/>
              <a:gd name="connsiteY3" fmla="*/ 149874 h 160827"/>
              <a:gd name="connsiteX4" fmla="*/ 33804 w 119062"/>
              <a:gd name="connsiteY4" fmla="*/ 147023 h 160827"/>
              <a:gd name="connsiteX5" fmla="*/ 30956 w 119062"/>
              <a:gd name="connsiteY5" fmla="*/ 140346 h 160827"/>
              <a:gd name="connsiteX6" fmla="*/ 30956 w 119062"/>
              <a:gd name="connsiteY6" fmla="*/ 111662 h 160827"/>
              <a:gd name="connsiteX7" fmla="*/ 8087 w 119062"/>
              <a:gd name="connsiteY7" fmla="*/ 89333 h 160827"/>
              <a:gd name="connsiteX8" fmla="*/ 0 w 119062"/>
              <a:gd name="connsiteY8" fmla="*/ 59531 h 160827"/>
              <a:gd name="connsiteX9" fmla="*/ 17283 w 119062"/>
              <a:gd name="connsiteY9" fmla="*/ 17283 h 160827"/>
              <a:gd name="connsiteX10" fmla="*/ 59531 w 119062"/>
              <a:gd name="connsiteY10" fmla="*/ 0 h 160827"/>
              <a:gd name="connsiteX11" fmla="*/ 101779 w 119062"/>
              <a:gd name="connsiteY11" fmla="*/ 17283 h 160827"/>
              <a:gd name="connsiteX12" fmla="*/ 119063 w 119062"/>
              <a:gd name="connsiteY12" fmla="*/ 59531 h 160827"/>
              <a:gd name="connsiteX13" fmla="*/ 110976 w 119062"/>
              <a:gd name="connsiteY13" fmla="*/ 89387 h 160827"/>
              <a:gd name="connsiteX14" fmla="*/ 88106 w 119062"/>
              <a:gd name="connsiteY14" fmla="*/ 111662 h 160827"/>
              <a:gd name="connsiteX15" fmla="*/ 88106 w 119062"/>
              <a:gd name="connsiteY15" fmla="*/ 140346 h 160827"/>
              <a:gd name="connsiteX16" fmla="*/ 85258 w 119062"/>
              <a:gd name="connsiteY16" fmla="*/ 147023 h 160827"/>
              <a:gd name="connsiteX17" fmla="*/ 78581 w 119062"/>
              <a:gd name="connsiteY17" fmla="*/ 149874 h 160827"/>
              <a:gd name="connsiteX18" fmla="*/ 73085 w 119062"/>
              <a:gd name="connsiteY18" fmla="*/ 149874 h 160827"/>
              <a:gd name="connsiteX19" fmla="*/ 68616 w 119062"/>
              <a:gd name="connsiteY19" fmla="*/ 157758 h 160827"/>
              <a:gd name="connsiteX20" fmla="*/ 59531 w 119062"/>
              <a:gd name="connsiteY20" fmla="*/ 160827 h 160827"/>
              <a:gd name="connsiteX21" fmla="*/ 40481 w 119062"/>
              <a:gd name="connsiteY21" fmla="*/ 140346 h 160827"/>
              <a:gd name="connsiteX22" fmla="*/ 78581 w 119062"/>
              <a:gd name="connsiteY22" fmla="*/ 140346 h 160827"/>
              <a:gd name="connsiteX23" fmla="*/ 78581 w 119062"/>
              <a:gd name="connsiteY23" fmla="*/ 131043 h 160827"/>
              <a:gd name="connsiteX24" fmla="*/ 40481 w 119062"/>
              <a:gd name="connsiteY24" fmla="*/ 131043 h 160827"/>
              <a:gd name="connsiteX25" fmla="*/ 40481 w 119062"/>
              <a:gd name="connsiteY25" fmla="*/ 140346 h 160827"/>
              <a:gd name="connsiteX26" fmla="*/ 40481 w 119062"/>
              <a:gd name="connsiteY26" fmla="*/ 123715 h 160827"/>
              <a:gd name="connsiteX27" fmla="*/ 78581 w 119062"/>
              <a:gd name="connsiteY27" fmla="*/ 123715 h 160827"/>
              <a:gd name="connsiteX28" fmla="*/ 78581 w 119062"/>
              <a:gd name="connsiteY28" fmla="*/ 114300 h 160827"/>
              <a:gd name="connsiteX29" fmla="*/ 40481 w 119062"/>
              <a:gd name="connsiteY29" fmla="*/ 114300 h 160827"/>
              <a:gd name="connsiteX30" fmla="*/ 40481 w 119062"/>
              <a:gd name="connsiteY30" fmla="*/ 123715 h 160827"/>
              <a:gd name="connsiteX31" fmla="*/ 38576 w 119062"/>
              <a:gd name="connsiteY31" fmla="*/ 104775 h 160827"/>
              <a:gd name="connsiteX32" fmla="*/ 55319 w 119062"/>
              <a:gd name="connsiteY32" fmla="*/ 104775 h 160827"/>
              <a:gd name="connsiteX33" fmla="*/ 55319 w 119062"/>
              <a:gd name="connsiteY33" fmla="*/ 75028 h 160827"/>
              <a:gd name="connsiteX34" fmla="*/ 35462 w 119062"/>
              <a:gd name="connsiteY34" fmla="*/ 55171 h 160827"/>
              <a:gd name="connsiteX35" fmla="*/ 41434 w 119062"/>
              <a:gd name="connsiteY35" fmla="*/ 49201 h 160827"/>
              <a:gd name="connsiteX36" fmla="*/ 59531 w 119062"/>
              <a:gd name="connsiteY36" fmla="*/ 67299 h 160827"/>
              <a:gd name="connsiteX37" fmla="*/ 77629 w 119062"/>
              <a:gd name="connsiteY37" fmla="*/ 49201 h 160827"/>
              <a:gd name="connsiteX38" fmla="*/ 83601 w 119062"/>
              <a:gd name="connsiteY38" fmla="*/ 55171 h 160827"/>
              <a:gd name="connsiteX39" fmla="*/ 63744 w 119062"/>
              <a:gd name="connsiteY39" fmla="*/ 75028 h 160827"/>
              <a:gd name="connsiteX40" fmla="*/ 63744 w 119062"/>
              <a:gd name="connsiteY40" fmla="*/ 104775 h 160827"/>
              <a:gd name="connsiteX41" fmla="*/ 80486 w 119062"/>
              <a:gd name="connsiteY41" fmla="*/ 104775 h 160827"/>
              <a:gd name="connsiteX42" fmla="*/ 101441 w 119062"/>
              <a:gd name="connsiteY42" fmla="*/ 86558 h 160827"/>
              <a:gd name="connsiteX43" fmla="*/ 109538 w 119062"/>
              <a:gd name="connsiteY43" fmla="*/ 59531 h 160827"/>
              <a:gd name="connsiteX44" fmla="*/ 95012 w 119062"/>
              <a:gd name="connsiteY44" fmla="*/ 24051 h 160827"/>
              <a:gd name="connsiteX45" fmla="*/ 59531 w 119062"/>
              <a:gd name="connsiteY45" fmla="*/ 9525 h 160827"/>
              <a:gd name="connsiteX46" fmla="*/ 24051 w 119062"/>
              <a:gd name="connsiteY46" fmla="*/ 24051 h 160827"/>
              <a:gd name="connsiteX47" fmla="*/ 9525 w 119062"/>
              <a:gd name="connsiteY47" fmla="*/ 59531 h 160827"/>
              <a:gd name="connsiteX48" fmla="*/ 17621 w 119062"/>
              <a:gd name="connsiteY48" fmla="*/ 86558 h 160827"/>
              <a:gd name="connsiteX49" fmla="*/ 38576 w 119062"/>
              <a:gd name="connsiteY49" fmla="*/ 104775 h 16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9062" h="160827">
                <a:moveTo>
                  <a:pt x="59531" y="160827"/>
                </a:moveTo>
                <a:cubicBezTo>
                  <a:pt x="56015" y="160827"/>
                  <a:pt x="52987" y="159804"/>
                  <a:pt x="50447" y="157758"/>
                </a:cubicBezTo>
                <a:cubicBezTo>
                  <a:pt x="47907" y="155713"/>
                  <a:pt x="46417" y="153085"/>
                  <a:pt x="45977" y="149874"/>
                </a:cubicBezTo>
                <a:lnTo>
                  <a:pt x="40481" y="149874"/>
                </a:lnTo>
                <a:cubicBezTo>
                  <a:pt x="37929" y="149874"/>
                  <a:pt x="35703" y="148923"/>
                  <a:pt x="33804" y="147023"/>
                </a:cubicBezTo>
                <a:cubicBezTo>
                  <a:pt x="31906" y="145125"/>
                  <a:pt x="30956" y="142899"/>
                  <a:pt x="30956" y="140346"/>
                </a:cubicBezTo>
                <a:lnTo>
                  <a:pt x="30956" y="111662"/>
                </a:lnTo>
                <a:cubicBezTo>
                  <a:pt x="21101" y="106204"/>
                  <a:pt x="13478" y="98761"/>
                  <a:pt x="8087" y="89333"/>
                </a:cubicBezTo>
                <a:cubicBezTo>
                  <a:pt x="2696" y="79906"/>
                  <a:pt x="0" y="69972"/>
                  <a:pt x="0" y="59531"/>
                </a:cubicBezTo>
                <a:cubicBezTo>
                  <a:pt x="0" y="42886"/>
                  <a:pt x="5761" y="28804"/>
                  <a:pt x="17283" y="17283"/>
                </a:cubicBezTo>
                <a:cubicBezTo>
                  <a:pt x="28804" y="5761"/>
                  <a:pt x="42886" y="0"/>
                  <a:pt x="59531" y="0"/>
                </a:cubicBezTo>
                <a:cubicBezTo>
                  <a:pt x="76176" y="0"/>
                  <a:pt x="90259" y="5761"/>
                  <a:pt x="101779" y="17283"/>
                </a:cubicBezTo>
                <a:cubicBezTo>
                  <a:pt x="113302" y="28804"/>
                  <a:pt x="119063" y="42886"/>
                  <a:pt x="119063" y="59531"/>
                </a:cubicBezTo>
                <a:cubicBezTo>
                  <a:pt x="119063" y="70045"/>
                  <a:pt x="116367" y="79997"/>
                  <a:pt x="110976" y="89387"/>
                </a:cubicBezTo>
                <a:cubicBezTo>
                  <a:pt x="105585" y="98779"/>
                  <a:pt x="97962" y="106204"/>
                  <a:pt x="88106" y="111662"/>
                </a:cubicBezTo>
                <a:lnTo>
                  <a:pt x="88106" y="140346"/>
                </a:lnTo>
                <a:cubicBezTo>
                  <a:pt x="88106" y="142899"/>
                  <a:pt x="87157" y="145125"/>
                  <a:pt x="85258" y="147023"/>
                </a:cubicBezTo>
                <a:cubicBezTo>
                  <a:pt x="83360" y="148923"/>
                  <a:pt x="81134" y="149874"/>
                  <a:pt x="78581" y="149874"/>
                </a:cubicBezTo>
                <a:lnTo>
                  <a:pt x="73085" y="149874"/>
                </a:lnTo>
                <a:cubicBezTo>
                  <a:pt x="72646" y="153085"/>
                  <a:pt x="71156" y="155713"/>
                  <a:pt x="68616" y="157758"/>
                </a:cubicBezTo>
                <a:cubicBezTo>
                  <a:pt x="66076" y="159804"/>
                  <a:pt x="63048" y="160827"/>
                  <a:pt x="59531" y="160827"/>
                </a:cubicBezTo>
                <a:close/>
                <a:moveTo>
                  <a:pt x="40481" y="140346"/>
                </a:moveTo>
                <a:lnTo>
                  <a:pt x="78581" y="140346"/>
                </a:lnTo>
                <a:lnTo>
                  <a:pt x="78581" y="131043"/>
                </a:lnTo>
                <a:lnTo>
                  <a:pt x="40481" y="131043"/>
                </a:lnTo>
                <a:lnTo>
                  <a:pt x="40481" y="140346"/>
                </a:lnTo>
                <a:close/>
                <a:moveTo>
                  <a:pt x="40481" y="123715"/>
                </a:moveTo>
                <a:lnTo>
                  <a:pt x="78581" y="123715"/>
                </a:lnTo>
                <a:lnTo>
                  <a:pt x="78581" y="114300"/>
                </a:lnTo>
                <a:lnTo>
                  <a:pt x="40481" y="114300"/>
                </a:lnTo>
                <a:lnTo>
                  <a:pt x="40481" y="123715"/>
                </a:lnTo>
                <a:close/>
                <a:moveTo>
                  <a:pt x="38576" y="104775"/>
                </a:moveTo>
                <a:lnTo>
                  <a:pt x="55319" y="104775"/>
                </a:lnTo>
                <a:lnTo>
                  <a:pt x="55319" y="75028"/>
                </a:lnTo>
                <a:lnTo>
                  <a:pt x="35462" y="55171"/>
                </a:lnTo>
                <a:lnTo>
                  <a:pt x="41434" y="49201"/>
                </a:lnTo>
                <a:lnTo>
                  <a:pt x="59531" y="67299"/>
                </a:lnTo>
                <a:lnTo>
                  <a:pt x="77629" y="49201"/>
                </a:lnTo>
                <a:lnTo>
                  <a:pt x="83601" y="55171"/>
                </a:lnTo>
                <a:lnTo>
                  <a:pt x="63744" y="75028"/>
                </a:lnTo>
                <a:lnTo>
                  <a:pt x="63744" y="104775"/>
                </a:lnTo>
                <a:lnTo>
                  <a:pt x="80486" y="104775"/>
                </a:lnTo>
                <a:cubicBezTo>
                  <a:pt x="89059" y="100648"/>
                  <a:pt x="96044" y="94575"/>
                  <a:pt x="101441" y="86558"/>
                </a:cubicBezTo>
                <a:cubicBezTo>
                  <a:pt x="106839" y="78541"/>
                  <a:pt x="109538" y="69533"/>
                  <a:pt x="109538" y="59531"/>
                </a:cubicBezTo>
                <a:cubicBezTo>
                  <a:pt x="109538" y="45561"/>
                  <a:pt x="104696" y="33734"/>
                  <a:pt x="95012" y="24051"/>
                </a:cubicBezTo>
                <a:cubicBezTo>
                  <a:pt x="85328" y="14367"/>
                  <a:pt x="73501" y="9525"/>
                  <a:pt x="59531" y="9525"/>
                </a:cubicBezTo>
                <a:cubicBezTo>
                  <a:pt x="45561" y="9525"/>
                  <a:pt x="33734" y="14367"/>
                  <a:pt x="24051" y="24051"/>
                </a:cubicBezTo>
                <a:cubicBezTo>
                  <a:pt x="14367" y="33734"/>
                  <a:pt x="9525" y="45561"/>
                  <a:pt x="9525" y="59531"/>
                </a:cubicBezTo>
                <a:cubicBezTo>
                  <a:pt x="9525" y="69533"/>
                  <a:pt x="12224" y="78541"/>
                  <a:pt x="17621" y="86558"/>
                </a:cubicBezTo>
                <a:cubicBezTo>
                  <a:pt x="23019" y="94575"/>
                  <a:pt x="30004" y="100648"/>
                  <a:pt x="38576" y="10477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8" name="object 3">
            <a:extLst>
              <a:ext uri="{FF2B5EF4-FFF2-40B4-BE49-F238E27FC236}">
                <a16:creationId xmlns:a16="http://schemas.microsoft.com/office/drawing/2014/main" id="{32495F2F-7535-464D-E222-8353E832672D}"/>
              </a:ext>
            </a:extLst>
          </p:cNvPr>
          <p:cNvSpPr txBox="1"/>
          <p:nvPr/>
        </p:nvSpPr>
        <p:spPr>
          <a:xfrm>
            <a:off x="4512437" y="6989935"/>
            <a:ext cx="2068342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TVOC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휘발</a:t>
            </a:r>
            <a:r>
              <a:rPr lang="ko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성유기화합물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166A16B3-25DA-B068-1525-53147DCCD6E3}"/>
              </a:ext>
            </a:extLst>
          </p:cNvPr>
          <p:cNvSpPr txBox="1"/>
          <p:nvPr/>
        </p:nvSpPr>
        <p:spPr>
          <a:xfrm>
            <a:off x="4512437" y="7509946"/>
            <a:ext cx="1404311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포름알데히드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HCHO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40" name="object 3">
            <a:extLst>
              <a:ext uri="{FF2B5EF4-FFF2-40B4-BE49-F238E27FC236}">
                <a16:creationId xmlns:a16="http://schemas.microsoft.com/office/drawing/2014/main" id="{402578FF-0953-AA98-D237-8020BBB96811}"/>
              </a:ext>
            </a:extLst>
          </p:cNvPr>
          <p:cNvSpPr txBox="1"/>
          <p:nvPr/>
        </p:nvSpPr>
        <p:spPr>
          <a:xfrm>
            <a:off x="4512437" y="8111653"/>
            <a:ext cx="2068342" cy="182970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라돈 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Radon (Bq/m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DACC48A8-AEB4-99CD-44FD-2716AF125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012415"/>
              </p:ext>
            </p:extLst>
          </p:nvPr>
        </p:nvGraphicFramePr>
        <p:xfrm>
          <a:off x="6485172" y="7033681"/>
          <a:ext cx="2395782" cy="135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338">
                  <a:extLst>
                    <a:ext uri="{9D8B030D-6E8A-4147-A177-3AD203B41FA5}">
                      <a16:colId xmlns:a16="http://schemas.microsoft.com/office/drawing/2014/main" val="1859582104"/>
                    </a:ext>
                  </a:extLst>
                </a:gridCol>
                <a:gridCol w="1585444">
                  <a:extLst>
                    <a:ext uri="{9D8B030D-6E8A-4147-A177-3AD203B41FA5}">
                      <a16:colId xmlns:a16="http://schemas.microsoft.com/office/drawing/2014/main" val="3886783680"/>
                    </a:ext>
                  </a:extLst>
                </a:gridCol>
              </a:tblGrid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1.176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TVOC (mg/m</a:t>
                      </a:r>
                      <a:r>
                        <a:rPr lang="en-US" altLang="ko-KR" sz="1200" b="1" baseline="30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69529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0.121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HCHO (mg/m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918292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134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Radon (Bq/m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06747"/>
                  </a:ext>
                </a:extLst>
              </a:tr>
            </a:tbl>
          </a:graphicData>
        </a:graphic>
      </p:graphicFrame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14346FA-FAF7-0300-78A6-806ECC7E2100}"/>
              </a:ext>
            </a:extLst>
          </p:cNvPr>
          <p:cNvSpPr/>
          <p:nvPr/>
        </p:nvSpPr>
        <p:spPr>
          <a:xfrm>
            <a:off x="783120" y="6870766"/>
            <a:ext cx="8446880" cy="167984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B2200E14-1D6A-9EA8-CDE1-BBF81A9D08C8}"/>
              </a:ext>
            </a:extLst>
          </p:cNvPr>
          <p:cNvCxnSpPr>
            <a:cxnSpLocks/>
            <a:stCxn id="105" idx="3"/>
          </p:cNvCxnSpPr>
          <p:nvPr/>
        </p:nvCxnSpPr>
        <p:spPr>
          <a:xfrm>
            <a:off x="4021578" y="9751902"/>
            <a:ext cx="3866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왼쪽 대괄호 103">
            <a:extLst>
              <a:ext uri="{FF2B5EF4-FFF2-40B4-BE49-F238E27FC236}">
                <a16:creationId xmlns:a16="http://schemas.microsoft.com/office/drawing/2014/main" id="{DC2B0C98-F394-8C9B-B0E1-13189204C616}"/>
              </a:ext>
            </a:extLst>
          </p:cNvPr>
          <p:cNvSpPr>
            <a:spLocks/>
          </p:cNvSpPr>
          <p:nvPr/>
        </p:nvSpPr>
        <p:spPr>
          <a:xfrm>
            <a:off x="4191344" y="9231290"/>
            <a:ext cx="216897" cy="1072955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j-ea"/>
              <a:ea typeface="+mj-ea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484397D-E9DA-7F6D-1B25-BD608B59BB7D}"/>
              </a:ext>
            </a:extLst>
          </p:cNvPr>
          <p:cNvSpPr/>
          <p:nvPr/>
        </p:nvSpPr>
        <p:spPr>
          <a:xfrm>
            <a:off x="3496278" y="9452849"/>
            <a:ext cx="525300" cy="5981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106" name="그래픽 51">
            <a:extLst>
              <a:ext uri="{FF2B5EF4-FFF2-40B4-BE49-F238E27FC236}">
                <a16:creationId xmlns:a16="http://schemas.microsoft.com/office/drawing/2014/main" id="{2141E711-5538-BF6D-A57E-CD946EE13117}"/>
              </a:ext>
            </a:extLst>
          </p:cNvPr>
          <p:cNvSpPr/>
          <p:nvPr/>
        </p:nvSpPr>
        <p:spPr>
          <a:xfrm>
            <a:off x="3603764" y="9450029"/>
            <a:ext cx="328500" cy="456222"/>
          </a:xfrm>
          <a:custGeom>
            <a:avLst/>
            <a:gdLst>
              <a:gd name="connsiteX0" fmla="*/ 59531 w 119062"/>
              <a:gd name="connsiteY0" fmla="*/ 160827 h 160827"/>
              <a:gd name="connsiteX1" fmla="*/ 50447 w 119062"/>
              <a:gd name="connsiteY1" fmla="*/ 157758 h 160827"/>
              <a:gd name="connsiteX2" fmla="*/ 45977 w 119062"/>
              <a:gd name="connsiteY2" fmla="*/ 149874 h 160827"/>
              <a:gd name="connsiteX3" fmla="*/ 40481 w 119062"/>
              <a:gd name="connsiteY3" fmla="*/ 149874 h 160827"/>
              <a:gd name="connsiteX4" fmla="*/ 33804 w 119062"/>
              <a:gd name="connsiteY4" fmla="*/ 147023 h 160827"/>
              <a:gd name="connsiteX5" fmla="*/ 30956 w 119062"/>
              <a:gd name="connsiteY5" fmla="*/ 140346 h 160827"/>
              <a:gd name="connsiteX6" fmla="*/ 30956 w 119062"/>
              <a:gd name="connsiteY6" fmla="*/ 111662 h 160827"/>
              <a:gd name="connsiteX7" fmla="*/ 8087 w 119062"/>
              <a:gd name="connsiteY7" fmla="*/ 89333 h 160827"/>
              <a:gd name="connsiteX8" fmla="*/ 0 w 119062"/>
              <a:gd name="connsiteY8" fmla="*/ 59531 h 160827"/>
              <a:gd name="connsiteX9" fmla="*/ 17283 w 119062"/>
              <a:gd name="connsiteY9" fmla="*/ 17283 h 160827"/>
              <a:gd name="connsiteX10" fmla="*/ 59531 w 119062"/>
              <a:gd name="connsiteY10" fmla="*/ 0 h 160827"/>
              <a:gd name="connsiteX11" fmla="*/ 101779 w 119062"/>
              <a:gd name="connsiteY11" fmla="*/ 17283 h 160827"/>
              <a:gd name="connsiteX12" fmla="*/ 119063 w 119062"/>
              <a:gd name="connsiteY12" fmla="*/ 59531 h 160827"/>
              <a:gd name="connsiteX13" fmla="*/ 110976 w 119062"/>
              <a:gd name="connsiteY13" fmla="*/ 89387 h 160827"/>
              <a:gd name="connsiteX14" fmla="*/ 88106 w 119062"/>
              <a:gd name="connsiteY14" fmla="*/ 111662 h 160827"/>
              <a:gd name="connsiteX15" fmla="*/ 88106 w 119062"/>
              <a:gd name="connsiteY15" fmla="*/ 140346 h 160827"/>
              <a:gd name="connsiteX16" fmla="*/ 85258 w 119062"/>
              <a:gd name="connsiteY16" fmla="*/ 147023 h 160827"/>
              <a:gd name="connsiteX17" fmla="*/ 78581 w 119062"/>
              <a:gd name="connsiteY17" fmla="*/ 149874 h 160827"/>
              <a:gd name="connsiteX18" fmla="*/ 73085 w 119062"/>
              <a:gd name="connsiteY18" fmla="*/ 149874 h 160827"/>
              <a:gd name="connsiteX19" fmla="*/ 68616 w 119062"/>
              <a:gd name="connsiteY19" fmla="*/ 157758 h 160827"/>
              <a:gd name="connsiteX20" fmla="*/ 59531 w 119062"/>
              <a:gd name="connsiteY20" fmla="*/ 160827 h 160827"/>
              <a:gd name="connsiteX21" fmla="*/ 40481 w 119062"/>
              <a:gd name="connsiteY21" fmla="*/ 140346 h 160827"/>
              <a:gd name="connsiteX22" fmla="*/ 78581 w 119062"/>
              <a:gd name="connsiteY22" fmla="*/ 140346 h 160827"/>
              <a:gd name="connsiteX23" fmla="*/ 78581 w 119062"/>
              <a:gd name="connsiteY23" fmla="*/ 131043 h 160827"/>
              <a:gd name="connsiteX24" fmla="*/ 40481 w 119062"/>
              <a:gd name="connsiteY24" fmla="*/ 131043 h 160827"/>
              <a:gd name="connsiteX25" fmla="*/ 40481 w 119062"/>
              <a:gd name="connsiteY25" fmla="*/ 140346 h 160827"/>
              <a:gd name="connsiteX26" fmla="*/ 40481 w 119062"/>
              <a:gd name="connsiteY26" fmla="*/ 123715 h 160827"/>
              <a:gd name="connsiteX27" fmla="*/ 78581 w 119062"/>
              <a:gd name="connsiteY27" fmla="*/ 123715 h 160827"/>
              <a:gd name="connsiteX28" fmla="*/ 78581 w 119062"/>
              <a:gd name="connsiteY28" fmla="*/ 114300 h 160827"/>
              <a:gd name="connsiteX29" fmla="*/ 40481 w 119062"/>
              <a:gd name="connsiteY29" fmla="*/ 114300 h 160827"/>
              <a:gd name="connsiteX30" fmla="*/ 40481 w 119062"/>
              <a:gd name="connsiteY30" fmla="*/ 123715 h 160827"/>
              <a:gd name="connsiteX31" fmla="*/ 38576 w 119062"/>
              <a:gd name="connsiteY31" fmla="*/ 104775 h 160827"/>
              <a:gd name="connsiteX32" fmla="*/ 55319 w 119062"/>
              <a:gd name="connsiteY32" fmla="*/ 104775 h 160827"/>
              <a:gd name="connsiteX33" fmla="*/ 55319 w 119062"/>
              <a:gd name="connsiteY33" fmla="*/ 75028 h 160827"/>
              <a:gd name="connsiteX34" fmla="*/ 35462 w 119062"/>
              <a:gd name="connsiteY34" fmla="*/ 55171 h 160827"/>
              <a:gd name="connsiteX35" fmla="*/ 41434 w 119062"/>
              <a:gd name="connsiteY35" fmla="*/ 49201 h 160827"/>
              <a:gd name="connsiteX36" fmla="*/ 59531 w 119062"/>
              <a:gd name="connsiteY36" fmla="*/ 67299 h 160827"/>
              <a:gd name="connsiteX37" fmla="*/ 77629 w 119062"/>
              <a:gd name="connsiteY37" fmla="*/ 49201 h 160827"/>
              <a:gd name="connsiteX38" fmla="*/ 83601 w 119062"/>
              <a:gd name="connsiteY38" fmla="*/ 55171 h 160827"/>
              <a:gd name="connsiteX39" fmla="*/ 63744 w 119062"/>
              <a:gd name="connsiteY39" fmla="*/ 75028 h 160827"/>
              <a:gd name="connsiteX40" fmla="*/ 63744 w 119062"/>
              <a:gd name="connsiteY40" fmla="*/ 104775 h 160827"/>
              <a:gd name="connsiteX41" fmla="*/ 80486 w 119062"/>
              <a:gd name="connsiteY41" fmla="*/ 104775 h 160827"/>
              <a:gd name="connsiteX42" fmla="*/ 101441 w 119062"/>
              <a:gd name="connsiteY42" fmla="*/ 86558 h 160827"/>
              <a:gd name="connsiteX43" fmla="*/ 109538 w 119062"/>
              <a:gd name="connsiteY43" fmla="*/ 59531 h 160827"/>
              <a:gd name="connsiteX44" fmla="*/ 95012 w 119062"/>
              <a:gd name="connsiteY44" fmla="*/ 24051 h 160827"/>
              <a:gd name="connsiteX45" fmla="*/ 59531 w 119062"/>
              <a:gd name="connsiteY45" fmla="*/ 9525 h 160827"/>
              <a:gd name="connsiteX46" fmla="*/ 24051 w 119062"/>
              <a:gd name="connsiteY46" fmla="*/ 24051 h 160827"/>
              <a:gd name="connsiteX47" fmla="*/ 9525 w 119062"/>
              <a:gd name="connsiteY47" fmla="*/ 59531 h 160827"/>
              <a:gd name="connsiteX48" fmla="*/ 17621 w 119062"/>
              <a:gd name="connsiteY48" fmla="*/ 86558 h 160827"/>
              <a:gd name="connsiteX49" fmla="*/ 38576 w 119062"/>
              <a:gd name="connsiteY49" fmla="*/ 104775 h 16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9062" h="160827">
                <a:moveTo>
                  <a:pt x="59531" y="160827"/>
                </a:moveTo>
                <a:cubicBezTo>
                  <a:pt x="56015" y="160827"/>
                  <a:pt x="52987" y="159804"/>
                  <a:pt x="50447" y="157758"/>
                </a:cubicBezTo>
                <a:cubicBezTo>
                  <a:pt x="47907" y="155713"/>
                  <a:pt x="46417" y="153085"/>
                  <a:pt x="45977" y="149874"/>
                </a:cubicBezTo>
                <a:lnTo>
                  <a:pt x="40481" y="149874"/>
                </a:lnTo>
                <a:cubicBezTo>
                  <a:pt x="37929" y="149874"/>
                  <a:pt x="35703" y="148923"/>
                  <a:pt x="33804" y="147023"/>
                </a:cubicBezTo>
                <a:cubicBezTo>
                  <a:pt x="31906" y="145125"/>
                  <a:pt x="30956" y="142899"/>
                  <a:pt x="30956" y="140346"/>
                </a:cubicBezTo>
                <a:lnTo>
                  <a:pt x="30956" y="111662"/>
                </a:lnTo>
                <a:cubicBezTo>
                  <a:pt x="21101" y="106204"/>
                  <a:pt x="13478" y="98761"/>
                  <a:pt x="8087" y="89333"/>
                </a:cubicBezTo>
                <a:cubicBezTo>
                  <a:pt x="2696" y="79906"/>
                  <a:pt x="0" y="69972"/>
                  <a:pt x="0" y="59531"/>
                </a:cubicBezTo>
                <a:cubicBezTo>
                  <a:pt x="0" y="42886"/>
                  <a:pt x="5761" y="28804"/>
                  <a:pt x="17283" y="17283"/>
                </a:cubicBezTo>
                <a:cubicBezTo>
                  <a:pt x="28804" y="5761"/>
                  <a:pt x="42886" y="0"/>
                  <a:pt x="59531" y="0"/>
                </a:cubicBezTo>
                <a:cubicBezTo>
                  <a:pt x="76176" y="0"/>
                  <a:pt x="90259" y="5761"/>
                  <a:pt x="101779" y="17283"/>
                </a:cubicBezTo>
                <a:cubicBezTo>
                  <a:pt x="113302" y="28804"/>
                  <a:pt x="119063" y="42886"/>
                  <a:pt x="119063" y="59531"/>
                </a:cubicBezTo>
                <a:cubicBezTo>
                  <a:pt x="119063" y="70045"/>
                  <a:pt x="116367" y="79997"/>
                  <a:pt x="110976" y="89387"/>
                </a:cubicBezTo>
                <a:cubicBezTo>
                  <a:pt x="105585" y="98779"/>
                  <a:pt x="97962" y="106204"/>
                  <a:pt x="88106" y="111662"/>
                </a:cubicBezTo>
                <a:lnTo>
                  <a:pt x="88106" y="140346"/>
                </a:lnTo>
                <a:cubicBezTo>
                  <a:pt x="88106" y="142899"/>
                  <a:pt x="87157" y="145125"/>
                  <a:pt x="85258" y="147023"/>
                </a:cubicBezTo>
                <a:cubicBezTo>
                  <a:pt x="83360" y="148923"/>
                  <a:pt x="81134" y="149874"/>
                  <a:pt x="78581" y="149874"/>
                </a:cubicBezTo>
                <a:lnTo>
                  <a:pt x="73085" y="149874"/>
                </a:lnTo>
                <a:cubicBezTo>
                  <a:pt x="72646" y="153085"/>
                  <a:pt x="71156" y="155713"/>
                  <a:pt x="68616" y="157758"/>
                </a:cubicBezTo>
                <a:cubicBezTo>
                  <a:pt x="66076" y="159804"/>
                  <a:pt x="63048" y="160827"/>
                  <a:pt x="59531" y="160827"/>
                </a:cubicBezTo>
                <a:close/>
                <a:moveTo>
                  <a:pt x="40481" y="140346"/>
                </a:moveTo>
                <a:lnTo>
                  <a:pt x="78581" y="140346"/>
                </a:lnTo>
                <a:lnTo>
                  <a:pt x="78581" y="131043"/>
                </a:lnTo>
                <a:lnTo>
                  <a:pt x="40481" y="131043"/>
                </a:lnTo>
                <a:lnTo>
                  <a:pt x="40481" y="140346"/>
                </a:lnTo>
                <a:close/>
                <a:moveTo>
                  <a:pt x="40481" y="123715"/>
                </a:moveTo>
                <a:lnTo>
                  <a:pt x="78581" y="123715"/>
                </a:lnTo>
                <a:lnTo>
                  <a:pt x="78581" y="114300"/>
                </a:lnTo>
                <a:lnTo>
                  <a:pt x="40481" y="114300"/>
                </a:lnTo>
                <a:lnTo>
                  <a:pt x="40481" y="123715"/>
                </a:lnTo>
                <a:close/>
                <a:moveTo>
                  <a:pt x="38576" y="104775"/>
                </a:moveTo>
                <a:lnTo>
                  <a:pt x="55319" y="104775"/>
                </a:lnTo>
                <a:lnTo>
                  <a:pt x="55319" y="75028"/>
                </a:lnTo>
                <a:lnTo>
                  <a:pt x="35462" y="55171"/>
                </a:lnTo>
                <a:lnTo>
                  <a:pt x="41434" y="49201"/>
                </a:lnTo>
                <a:lnTo>
                  <a:pt x="59531" y="67299"/>
                </a:lnTo>
                <a:lnTo>
                  <a:pt x="77629" y="49201"/>
                </a:lnTo>
                <a:lnTo>
                  <a:pt x="83601" y="55171"/>
                </a:lnTo>
                <a:lnTo>
                  <a:pt x="63744" y="75028"/>
                </a:lnTo>
                <a:lnTo>
                  <a:pt x="63744" y="104775"/>
                </a:lnTo>
                <a:lnTo>
                  <a:pt x="80486" y="104775"/>
                </a:lnTo>
                <a:cubicBezTo>
                  <a:pt x="89059" y="100648"/>
                  <a:pt x="96044" y="94575"/>
                  <a:pt x="101441" y="86558"/>
                </a:cubicBezTo>
                <a:cubicBezTo>
                  <a:pt x="106839" y="78541"/>
                  <a:pt x="109538" y="69533"/>
                  <a:pt x="109538" y="59531"/>
                </a:cubicBezTo>
                <a:cubicBezTo>
                  <a:pt x="109538" y="45561"/>
                  <a:pt x="104696" y="33734"/>
                  <a:pt x="95012" y="24051"/>
                </a:cubicBezTo>
                <a:cubicBezTo>
                  <a:pt x="85328" y="14367"/>
                  <a:pt x="73501" y="9525"/>
                  <a:pt x="59531" y="9525"/>
                </a:cubicBezTo>
                <a:cubicBezTo>
                  <a:pt x="45561" y="9525"/>
                  <a:pt x="33734" y="14367"/>
                  <a:pt x="24051" y="24051"/>
                </a:cubicBezTo>
                <a:cubicBezTo>
                  <a:pt x="14367" y="33734"/>
                  <a:pt x="9525" y="45561"/>
                  <a:pt x="9525" y="59531"/>
                </a:cubicBezTo>
                <a:cubicBezTo>
                  <a:pt x="9525" y="69533"/>
                  <a:pt x="12224" y="78541"/>
                  <a:pt x="17621" y="86558"/>
                </a:cubicBezTo>
                <a:cubicBezTo>
                  <a:pt x="23019" y="94575"/>
                  <a:pt x="30004" y="100648"/>
                  <a:pt x="38576" y="10477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7" name="object 3">
            <a:extLst>
              <a:ext uri="{FF2B5EF4-FFF2-40B4-BE49-F238E27FC236}">
                <a16:creationId xmlns:a16="http://schemas.microsoft.com/office/drawing/2014/main" id="{C17A10C9-DC87-DAED-A6F1-932370C62E4B}"/>
              </a:ext>
            </a:extLst>
          </p:cNvPr>
          <p:cNvSpPr txBox="1"/>
          <p:nvPr/>
        </p:nvSpPr>
        <p:spPr>
          <a:xfrm>
            <a:off x="4501533" y="9041299"/>
            <a:ext cx="2068342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TVOC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휘발</a:t>
            </a:r>
            <a:r>
              <a:rPr lang="ko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성유기화합물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8" name="object 3">
            <a:extLst>
              <a:ext uri="{FF2B5EF4-FFF2-40B4-BE49-F238E27FC236}">
                <a16:creationId xmlns:a16="http://schemas.microsoft.com/office/drawing/2014/main" id="{5F1B223C-685D-24B6-5530-05B3E4459D15}"/>
              </a:ext>
            </a:extLst>
          </p:cNvPr>
          <p:cNvSpPr txBox="1"/>
          <p:nvPr/>
        </p:nvSpPr>
        <p:spPr>
          <a:xfrm>
            <a:off x="4501533" y="9561310"/>
            <a:ext cx="1404311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포름알데히드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HCHO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109" name="object 3">
            <a:extLst>
              <a:ext uri="{FF2B5EF4-FFF2-40B4-BE49-F238E27FC236}">
                <a16:creationId xmlns:a16="http://schemas.microsoft.com/office/drawing/2014/main" id="{0310957B-90C5-1849-BB16-6612F96F92D1}"/>
              </a:ext>
            </a:extLst>
          </p:cNvPr>
          <p:cNvSpPr txBox="1"/>
          <p:nvPr/>
        </p:nvSpPr>
        <p:spPr>
          <a:xfrm>
            <a:off x="4501533" y="10351704"/>
            <a:ext cx="2068342" cy="182970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라돈 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Radon (Bq/m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31427948-0CD9-ED12-232A-7C81BC334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255663"/>
              </p:ext>
            </p:extLst>
          </p:nvPr>
        </p:nvGraphicFramePr>
        <p:xfrm>
          <a:off x="6474268" y="9085045"/>
          <a:ext cx="2395782" cy="135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338">
                  <a:extLst>
                    <a:ext uri="{9D8B030D-6E8A-4147-A177-3AD203B41FA5}">
                      <a16:colId xmlns:a16="http://schemas.microsoft.com/office/drawing/2014/main" val="1859582104"/>
                    </a:ext>
                  </a:extLst>
                </a:gridCol>
                <a:gridCol w="1585444">
                  <a:extLst>
                    <a:ext uri="{9D8B030D-6E8A-4147-A177-3AD203B41FA5}">
                      <a16:colId xmlns:a16="http://schemas.microsoft.com/office/drawing/2014/main" val="3886783680"/>
                    </a:ext>
                  </a:extLst>
                </a:gridCol>
              </a:tblGrid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1.176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TVOC (mg/m</a:t>
                      </a:r>
                      <a:r>
                        <a:rPr lang="en-US" altLang="ko-KR" sz="1200" b="1" baseline="30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69529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0.121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HCHO (mg/m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918292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134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Radon (Bq/m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06747"/>
                  </a:ext>
                </a:extLst>
              </a:tr>
            </a:tbl>
          </a:graphicData>
        </a:graphic>
      </p:graphicFrame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D227A23-596A-AD96-28FC-734D193D5FB2}"/>
              </a:ext>
            </a:extLst>
          </p:cNvPr>
          <p:cNvSpPr/>
          <p:nvPr/>
        </p:nvSpPr>
        <p:spPr>
          <a:xfrm>
            <a:off x="772216" y="8922130"/>
            <a:ext cx="8446880" cy="167984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61BE7F2C-F250-A7CE-391B-8FEFDF4763D2}"/>
              </a:ext>
            </a:extLst>
          </p:cNvPr>
          <p:cNvCxnSpPr>
            <a:cxnSpLocks/>
            <a:stCxn id="117" idx="3"/>
          </p:cNvCxnSpPr>
          <p:nvPr/>
        </p:nvCxnSpPr>
        <p:spPr>
          <a:xfrm>
            <a:off x="4010674" y="11832299"/>
            <a:ext cx="3866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왼쪽 대괄호 115">
            <a:extLst>
              <a:ext uri="{FF2B5EF4-FFF2-40B4-BE49-F238E27FC236}">
                <a16:creationId xmlns:a16="http://schemas.microsoft.com/office/drawing/2014/main" id="{BC87B3B0-5C97-5138-15B5-9B61F7AB114D}"/>
              </a:ext>
            </a:extLst>
          </p:cNvPr>
          <p:cNvSpPr>
            <a:spLocks/>
          </p:cNvSpPr>
          <p:nvPr/>
        </p:nvSpPr>
        <p:spPr>
          <a:xfrm>
            <a:off x="4180440" y="11311687"/>
            <a:ext cx="216897" cy="1072955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j-ea"/>
              <a:ea typeface="+mj-ea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B0F778A6-5613-E9BB-12BE-CFA438664DD5}"/>
              </a:ext>
            </a:extLst>
          </p:cNvPr>
          <p:cNvSpPr/>
          <p:nvPr/>
        </p:nvSpPr>
        <p:spPr>
          <a:xfrm>
            <a:off x="3485374" y="11533246"/>
            <a:ext cx="525300" cy="5981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118" name="그래픽 51">
            <a:extLst>
              <a:ext uri="{FF2B5EF4-FFF2-40B4-BE49-F238E27FC236}">
                <a16:creationId xmlns:a16="http://schemas.microsoft.com/office/drawing/2014/main" id="{19CFD357-72CB-7CA8-5A0A-7959F839A59B}"/>
              </a:ext>
            </a:extLst>
          </p:cNvPr>
          <p:cNvSpPr/>
          <p:nvPr/>
        </p:nvSpPr>
        <p:spPr>
          <a:xfrm>
            <a:off x="3592860" y="11530426"/>
            <a:ext cx="328500" cy="456222"/>
          </a:xfrm>
          <a:custGeom>
            <a:avLst/>
            <a:gdLst>
              <a:gd name="connsiteX0" fmla="*/ 59531 w 119062"/>
              <a:gd name="connsiteY0" fmla="*/ 160827 h 160827"/>
              <a:gd name="connsiteX1" fmla="*/ 50447 w 119062"/>
              <a:gd name="connsiteY1" fmla="*/ 157758 h 160827"/>
              <a:gd name="connsiteX2" fmla="*/ 45977 w 119062"/>
              <a:gd name="connsiteY2" fmla="*/ 149874 h 160827"/>
              <a:gd name="connsiteX3" fmla="*/ 40481 w 119062"/>
              <a:gd name="connsiteY3" fmla="*/ 149874 h 160827"/>
              <a:gd name="connsiteX4" fmla="*/ 33804 w 119062"/>
              <a:gd name="connsiteY4" fmla="*/ 147023 h 160827"/>
              <a:gd name="connsiteX5" fmla="*/ 30956 w 119062"/>
              <a:gd name="connsiteY5" fmla="*/ 140346 h 160827"/>
              <a:gd name="connsiteX6" fmla="*/ 30956 w 119062"/>
              <a:gd name="connsiteY6" fmla="*/ 111662 h 160827"/>
              <a:gd name="connsiteX7" fmla="*/ 8087 w 119062"/>
              <a:gd name="connsiteY7" fmla="*/ 89333 h 160827"/>
              <a:gd name="connsiteX8" fmla="*/ 0 w 119062"/>
              <a:gd name="connsiteY8" fmla="*/ 59531 h 160827"/>
              <a:gd name="connsiteX9" fmla="*/ 17283 w 119062"/>
              <a:gd name="connsiteY9" fmla="*/ 17283 h 160827"/>
              <a:gd name="connsiteX10" fmla="*/ 59531 w 119062"/>
              <a:gd name="connsiteY10" fmla="*/ 0 h 160827"/>
              <a:gd name="connsiteX11" fmla="*/ 101779 w 119062"/>
              <a:gd name="connsiteY11" fmla="*/ 17283 h 160827"/>
              <a:gd name="connsiteX12" fmla="*/ 119063 w 119062"/>
              <a:gd name="connsiteY12" fmla="*/ 59531 h 160827"/>
              <a:gd name="connsiteX13" fmla="*/ 110976 w 119062"/>
              <a:gd name="connsiteY13" fmla="*/ 89387 h 160827"/>
              <a:gd name="connsiteX14" fmla="*/ 88106 w 119062"/>
              <a:gd name="connsiteY14" fmla="*/ 111662 h 160827"/>
              <a:gd name="connsiteX15" fmla="*/ 88106 w 119062"/>
              <a:gd name="connsiteY15" fmla="*/ 140346 h 160827"/>
              <a:gd name="connsiteX16" fmla="*/ 85258 w 119062"/>
              <a:gd name="connsiteY16" fmla="*/ 147023 h 160827"/>
              <a:gd name="connsiteX17" fmla="*/ 78581 w 119062"/>
              <a:gd name="connsiteY17" fmla="*/ 149874 h 160827"/>
              <a:gd name="connsiteX18" fmla="*/ 73085 w 119062"/>
              <a:gd name="connsiteY18" fmla="*/ 149874 h 160827"/>
              <a:gd name="connsiteX19" fmla="*/ 68616 w 119062"/>
              <a:gd name="connsiteY19" fmla="*/ 157758 h 160827"/>
              <a:gd name="connsiteX20" fmla="*/ 59531 w 119062"/>
              <a:gd name="connsiteY20" fmla="*/ 160827 h 160827"/>
              <a:gd name="connsiteX21" fmla="*/ 40481 w 119062"/>
              <a:gd name="connsiteY21" fmla="*/ 140346 h 160827"/>
              <a:gd name="connsiteX22" fmla="*/ 78581 w 119062"/>
              <a:gd name="connsiteY22" fmla="*/ 140346 h 160827"/>
              <a:gd name="connsiteX23" fmla="*/ 78581 w 119062"/>
              <a:gd name="connsiteY23" fmla="*/ 131043 h 160827"/>
              <a:gd name="connsiteX24" fmla="*/ 40481 w 119062"/>
              <a:gd name="connsiteY24" fmla="*/ 131043 h 160827"/>
              <a:gd name="connsiteX25" fmla="*/ 40481 w 119062"/>
              <a:gd name="connsiteY25" fmla="*/ 140346 h 160827"/>
              <a:gd name="connsiteX26" fmla="*/ 40481 w 119062"/>
              <a:gd name="connsiteY26" fmla="*/ 123715 h 160827"/>
              <a:gd name="connsiteX27" fmla="*/ 78581 w 119062"/>
              <a:gd name="connsiteY27" fmla="*/ 123715 h 160827"/>
              <a:gd name="connsiteX28" fmla="*/ 78581 w 119062"/>
              <a:gd name="connsiteY28" fmla="*/ 114300 h 160827"/>
              <a:gd name="connsiteX29" fmla="*/ 40481 w 119062"/>
              <a:gd name="connsiteY29" fmla="*/ 114300 h 160827"/>
              <a:gd name="connsiteX30" fmla="*/ 40481 w 119062"/>
              <a:gd name="connsiteY30" fmla="*/ 123715 h 160827"/>
              <a:gd name="connsiteX31" fmla="*/ 38576 w 119062"/>
              <a:gd name="connsiteY31" fmla="*/ 104775 h 160827"/>
              <a:gd name="connsiteX32" fmla="*/ 55319 w 119062"/>
              <a:gd name="connsiteY32" fmla="*/ 104775 h 160827"/>
              <a:gd name="connsiteX33" fmla="*/ 55319 w 119062"/>
              <a:gd name="connsiteY33" fmla="*/ 75028 h 160827"/>
              <a:gd name="connsiteX34" fmla="*/ 35462 w 119062"/>
              <a:gd name="connsiteY34" fmla="*/ 55171 h 160827"/>
              <a:gd name="connsiteX35" fmla="*/ 41434 w 119062"/>
              <a:gd name="connsiteY35" fmla="*/ 49201 h 160827"/>
              <a:gd name="connsiteX36" fmla="*/ 59531 w 119062"/>
              <a:gd name="connsiteY36" fmla="*/ 67299 h 160827"/>
              <a:gd name="connsiteX37" fmla="*/ 77629 w 119062"/>
              <a:gd name="connsiteY37" fmla="*/ 49201 h 160827"/>
              <a:gd name="connsiteX38" fmla="*/ 83601 w 119062"/>
              <a:gd name="connsiteY38" fmla="*/ 55171 h 160827"/>
              <a:gd name="connsiteX39" fmla="*/ 63744 w 119062"/>
              <a:gd name="connsiteY39" fmla="*/ 75028 h 160827"/>
              <a:gd name="connsiteX40" fmla="*/ 63744 w 119062"/>
              <a:gd name="connsiteY40" fmla="*/ 104775 h 160827"/>
              <a:gd name="connsiteX41" fmla="*/ 80486 w 119062"/>
              <a:gd name="connsiteY41" fmla="*/ 104775 h 160827"/>
              <a:gd name="connsiteX42" fmla="*/ 101441 w 119062"/>
              <a:gd name="connsiteY42" fmla="*/ 86558 h 160827"/>
              <a:gd name="connsiteX43" fmla="*/ 109538 w 119062"/>
              <a:gd name="connsiteY43" fmla="*/ 59531 h 160827"/>
              <a:gd name="connsiteX44" fmla="*/ 95012 w 119062"/>
              <a:gd name="connsiteY44" fmla="*/ 24051 h 160827"/>
              <a:gd name="connsiteX45" fmla="*/ 59531 w 119062"/>
              <a:gd name="connsiteY45" fmla="*/ 9525 h 160827"/>
              <a:gd name="connsiteX46" fmla="*/ 24051 w 119062"/>
              <a:gd name="connsiteY46" fmla="*/ 24051 h 160827"/>
              <a:gd name="connsiteX47" fmla="*/ 9525 w 119062"/>
              <a:gd name="connsiteY47" fmla="*/ 59531 h 160827"/>
              <a:gd name="connsiteX48" fmla="*/ 17621 w 119062"/>
              <a:gd name="connsiteY48" fmla="*/ 86558 h 160827"/>
              <a:gd name="connsiteX49" fmla="*/ 38576 w 119062"/>
              <a:gd name="connsiteY49" fmla="*/ 104775 h 16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9062" h="160827">
                <a:moveTo>
                  <a:pt x="59531" y="160827"/>
                </a:moveTo>
                <a:cubicBezTo>
                  <a:pt x="56015" y="160827"/>
                  <a:pt x="52987" y="159804"/>
                  <a:pt x="50447" y="157758"/>
                </a:cubicBezTo>
                <a:cubicBezTo>
                  <a:pt x="47907" y="155713"/>
                  <a:pt x="46417" y="153085"/>
                  <a:pt x="45977" y="149874"/>
                </a:cubicBezTo>
                <a:lnTo>
                  <a:pt x="40481" y="149874"/>
                </a:lnTo>
                <a:cubicBezTo>
                  <a:pt x="37929" y="149874"/>
                  <a:pt x="35703" y="148923"/>
                  <a:pt x="33804" y="147023"/>
                </a:cubicBezTo>
                <a:cubicBezTo>
                  <a:pt x="31906" y="145125"/>
                  <a:pt x="30956" y="142899"/>
                  <a:pt x="30956" y="140346"/>
                </a:cubicBezTo>
                <a:lnTo>
                  <a:pt x="30956" y="111662"/>
                </a:lnTo>
                <a:cubicBezTo>
                  <a:pt x="21101" y="106204"/>
                  <a:pt x="13478" y="98761"/>
                  <a:pt x="8087" y="89333"/>
                </a:cubicBezTo>
                <a:cubicBezTo>
                  <a:pt x="2696" y="79906"/>
                  <a:pt x="0" y="69972"/>
                  <a:pt x="0" y="59531"/>
                </a:cubicBezTo>
                <a:cubicBezTo>
                  <a:pt x="0" y="42886"/>
                  <a:pt x="5761" y="28804"/>
                  <a:pt x="17283" y="17283"/>
                </a:cubicBezTo>
                <a:cubicBezTo>
                  <a:pt x="28804" y="5761"/>
                  <a:pt x="42886" y="0"/>
                  <a:pt x="59531" y="0"/>
                </a:cubicBezTo>
                <a:cubicBezTo>
                  <a:pt x="76176" y="0"/>
                  <a:pt x="90259" y="5761"/>
                  <a:pt x="101779" y="17283"/>
                </a:cubicBezTo>
                <a:cubicBezTo>
                  <a:pt x="113302" y="28804"/>
                  <a:pt x="119063" y="42886"/>
                  <a:pt x="119063" y="59531"/>
                </a:cubicBezTo>
                <a:cubicBezTo>
                  <a:pt x="119063" y="70045"/>
                  <a:pt x="116367" y="79997"/>
                  <a:pt x="110976" y="89387"/>
                </a:cubicBezTo>
                <a:cubicBezTo>
                  <a:pt x="105585" y="98779"/>
                  <a:pt x="97962" y="106204"/>
                  <a:pt x="88106" y="111662"/>
                </a:cubicBezTo>
                <a:lnTo>
                  <a:pt x="88106" y="140346"/>
                </a:lnTo>
                <a:cubicBezTo>
                  <a:pt x="88106" y="142899"/>
                  <a:pt x="87157" y="145125"/>
                  <a:pt x="85258" y="147023"/>
                </a:cubicBezTo>
                <a:cubicBezTo>
                  <a:pt x="83360" y="148923"/>
                  <a:pt x="81134" y="149874"/>
                  <a:pt x="78581" y="149874"/>
                </a:cubicBezTo>
                <a:lnTo>
                  <a:pt x="73085" y="149874"/>
                </a:lnTo>
                <a:cubicBezTo>
                  <a:pt x="72646" y="153085"/>
                  <a:pt x="71156" y="155713"/>
                  <a:pt x="68616" y="157758"/>
                </a:cubicBezTo>
                <a:cubicBezTo>
                  <a:pt x="66076" y="159804"/>
                  <a:pt x="63048" y="160827"/>
                  <a:pt x="59531" y="160827"/>
                </a:cubicBezTo>
                <a:close/>
                <a:moveTo>
                  <a:pt x="40481" y="140346"/>
                </a:moveTo>
                <a:lnTo>
                  <a:pt x="78581" y="140346"/>
                </a:lnTo>
                <a:lnTo>
                  <a:pt x="78581" y="131043"/>
                </a:lnTo>
                <a:lnTo>
                  <a:pt x="40481" y="131043"/>
                </a:lnTo>
                <a:lnTo>
                  <a:pt x="40481" y="140346"/>
                </a:lnTo>
                <a:close/>
                <a:moveTo>
                  <a:pt x="40481" y="123715"/>
                </a:moveTo>
                <a:lnTo>
                  <a:pt x="78581" y="123715"/>
                </a:lnTo>
                <a:lnTo>
                  <a:pt x="78581" y="114300"/>
                </a:lnTo>
                <a:lnTo>
                  <a:pt x="40481" y="114300"/>
                </a:lnTo>
                <a:lnTo>
                  <a:pt x="40481" y="123715"/>
                </a:lnTo>
                <a:close/>
                <a:moveTo>
                  <a:pt x="38576" y="104775"/>
                </a:moveTo>
                <a:lnTo>
                  <a:pt x="55319" y="104775"/>
                </a:lnTo>
                <a:lnTo>
                  <a:pt x="55319" y="75028"/>
                </a:lnTo>
                <a:lnTo>
                  <a:pt x="35462" y="55171"/>
                </a:lnTo>
                <a:lnTo>
                  <a:pt x="41434" y="49201"/>
                </a:lnTo>
                <a:lnTo>
                  <a:pt x="59531" y="67299"/>
                </a:lnTo>
                <a:lnTo>
                  <a:pt x="77629" y="49201"/>
                </a:lnTo>
                <a:lnTo>
                  <a:pt x="83601" y="55171"/>
                </a:lnTo>
                <a:lnTo>
                  <a:pt x="63744" y="75028"/>
                </a:lnTo>
                <a:lnTo>
                  <a:pt x="63744" y="104775"/>
                </a:lnTo>
                <a:lnTo>
                  <a:pt x="80486" y="104775"/>
                </a:lnTo>
                <a:cubicBezTo>
                  <a:pt x="89059" y="100648"/>
                  <a:pt x="96044" y="94575"/>
                  <a:pt x="101441" y="86558"/>
                </a:cubicBezTo>
                <a:cubicBezTo>
                  <a:pt x="106839" y="78541"/>
                  <a:pt x="109538" y="69533"/>
                  <a:pt x="109538" y="59531"/>
                </a:cubicBezTo>
                <a:cubicBezTo>
                  <a:pt x="109538" y="45561"/>
                  <a:pt x="104696" y="33734"/>
                  <a:pt x="95012" y="24051"/>
                </a:cubicBezTo>
                <a:cubicBezTo>
                  <a:pt x="85328" y="14367"/>
                  <a:pt x="73501" y="9525"/>
                  <a:pt x="59531" y="9525"/>
                </a:cubicBezTo>
                <a:cubicBezTo>
                  <a:pt x="45561" y="9525"/>
                  <a:pt x="33734" y="14367"/>
                  <a:pt x="24051" y="24051"/>
                </a:cubicBezTo>
                <a:cubicBezTo>
                  <a:pt x="14367" y="33734"/>
                  <a:pt x="9525" y="45561"/>
                  <a:pt x="9525" y="59531"/>
                </a:cubicBezTo>
                <a:cubicBezTo>
                  <a:pt x="9525" y="69533"/>
                  <a:pt x="12224" y="78541"/>
                  <a:pt x="17621" y="86558"/>
                </a:cubicBezTo>
                <a:cubicBezTo>
                  <a:pt x="23019" y="94575"/>
                  <a:pt x="30004" y="100648"/>
                  <a:pt x="38576" y="104775"/>
                </a:cubicBezTo>
                <a:close/>
              </a:path>
            </a:pathLst>
          </a:custGeom>
          <a:solidFill>
            <a:schemeClr val="bg1"/>
          </a:solidFill>
          <a:ln w="238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9" name="object 3">
            <a:extLst>
              <a:ext uri="{FF2B5EF4-FFF2-40B4-BE49-F238E27FC236}">
                <a16:creationId xmlns:a16="http://schemas.microsoft.com/office/drawing/2014/main" id="{9AA5F0A3-98E1-9B00-939B-415303BD36F9}"/>
              </a:ext>
            </a:extLst>
          </p:cNvPr>
          <p:cNvSpPr txBox="1"/>
          <p:nvPr/>
        </p:nvSpPr>
        <p:spPr>
          <a:xfrm>
            <a:off x="4490629" y="11121696"/>
            <a:ext cx="2068342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TVOC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휘발</a:t>
            </a:r>
            <a:r>
              <a:rPr lang="ko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성유기화합물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0" name="object 3">
            <a:extLst>
              <a:ext uri="{FF2B5EF4-FFF2-40B4-BE49-F238E27FC236}">
                <a16:creationId xmlns:a16="http://schemas.microsoft.com/office/drawing/2014/main" id="{779BE8EF-0028-CB56-A0CC-C5D93FF33CA1}"/>
              </a:ext>
            </a:extLst>
          </p:cNvPr>
          <p:cNvSpPr txBox="1"/>
          <p:nvPr/>
        </p:nvSpPr>
        <p:spPr>
          <a:xfrm>
            <a:off x="4490629" y="11641707"/>
            <a:ext cx="1404311" cy="336858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포름알데히드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HCHO (mg/m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121" name="object 3">
            <a:extLst>
              <a:ext uri="{FF2B5EF4-FFF2-40B4-BE49-F238E27FC236}">
                <a16:creationId xmlns:a16="http://schemas.microsoft.com/office/drawing/2014/main" id="{97E7AEF8-8079-10F4-3411-E0D4E734AD9E}"/>
              </a:ext>
            </a:extLst>
          </p:cNvPr>
          <p:cNvSpPr txBox="1"/>
          <p:nvPr/>
        </p:nvSpPr>
        <p:spPr>
          <a:xfrm>
            <a:off x="4490629" y="12243414"/>
            <a:ext cx="2068342" cy="182970"/>
          </a:xfrm>
          <a:prstGeom prst="rect">
            <a:avLst/>
          </a:prstGeom>
        </p:spPr>
        <p:txBody>
          <a:bodyPr vert="horz" wrap="square" lIns="0" tIns="14400" rIns="0" bIns="14400" rtlCol="0" anchor="ctr">
            <a:spAutoFit/>
          </a:bodyPr>
          <a:lstStyle/>
          <a:p>
            <a:pPr indent="-1714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라돈 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Radon (Bq/m</a:t>
            </a:r>
            <a:r>
              <a:rPr lang="en-US" altLang="ko-KR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78C885AC-D9CF-2B74-5AF7-6F4509A72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967430"/>
              </p:ext>
            </p:extLst>
          </p:nvPr>
        </p:nvGraphicFramePr>
        <p:xfrm>
          <a:off x="6463364" y="11165442"/>
          <a:ext cx="2395782" cy="135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338">
                  <a:extLst>
                    <a:ext uri="{9D8B030D-6E8A-4147-A177-3AD203B41FA5}">
                      <a16:colId xmlns:a16="http://schemas.microsoft.com/office/drawing/2014/main" val="1859582104"/>
                    </a:ext>
                  </a:extLst>
                </a:gridCol>
                <a:gridCol w="1585444">
                  <a:extLst>
                    <a:ext uri="{9D8B030D-6E8A-4147-A177-3AD203B41FA5}">
                      <a16:colId xmlns:a16="http://schemas.microsoft.com/office/drawing/2014/main" val="3886783680"/>
                    </a:ext>
                  </a:extLst>
                </a:gridCol>
              </a:tblGrid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1.176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TVOC (mg/m</a:t>
                      </a:r>
                      <a:r>
                        <a:rPr lang="en-US" altLang="ko-KR" sz="1200" b="1" baseline="300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69529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0.121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HCHO (mg/m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918292"/>
                  </a:ext>
                </a:extLst>
              </a:tr>
              <a:tr h="450182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latin typeface="+mj-ea"/>
                          <a:ea typeface="+mj-ea"/>
                        </a:rPr>
                        <a:t>134</a:t>
                      </a:r>
                      <a:endParaRPr lang="ko-KR" altLang="en-US" sz="12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Radon (Bq/m</a:t>
                      </a:r>
                      <a:r>
                        <a:rPr lang="en-US" altLang="ko-KR" sz="1200" b="1" baseline="3000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06747"/>
                  </a:ext>
                </a:extLst>
              </a:tr>
            </a:tbl>
          </a:graphicData>
        </a:graphic>
      </p:graphicFrame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8EE3164-920A-43F1-F360-A2CCC1359CC6}"/>
              </a:ext>
            </a:extLst>
          </p:cNvPr>
          <p:cNvSpPr/>
          <p:nvPr/>
        </p:nvSpPr>
        <p:spPr>
          <a:xfrm>
            <a:off x="761312" y="11002527"/>
            <a:ext cx="8446880" cy="167984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3BBBE18-A21C-A187-6325-410BBCCFF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573670"/>
              </p:ext>
            </p:extLst>
          </p:nvPr>
        </p:nvGraphicFramePr>
        <p:xfrm>
          <a:off x="933674" y="6946684"/>
          <a:ext cx="2314428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642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566786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2F0E1C9-E49A-C7B9-3E3B-9C5B6C93B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816952"/>
              </p:ext>
            </p:extLst>
          </p:nvPr>
        </p:nvGraphicFramePr>
        <p:xfrm>
          <a:off x="922770" y="9028627"/>
          <a:ext cx="2314428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642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566786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9B958D2-67B6-0EA1-E4BE-437824A20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816952"/>
              </p:ext>
            </p:extLst>
          </p:nvPr>
        </p:nvGraphicFramePr>
        <p:xfrm>
          <a:off x="911866" y="11110570"/>
          <a:ext cx="2314428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642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566786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19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>
            <a:grpSpLocks noGrp="1" noUngrp="1" noRot="1" noMove="1" noResize="1"/>
          </p:cNvGrpSpPr>
          <p:nvPr/>
        </p:nvGrpSpPr>
        <p:grpSpPr>
          <a:xfrm>
            <a:off x="0" y="-33746"/>
            <a:ext cx="10083800" cy="1238360"/>
            <a:chOff x="0" y="4583"/>
            <a:chExt cx="7848600" cy="2633345"/>
          </a:xfrm>
        </p:grpSpPr>
        <p:pic>
          <p:nvPicPr>
            <p:cNvPr id="3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332"/>
              <a:ext cx="7848600" cy="2627258"/>
            </a:xfrm>
            <a:prstGeom prst="rect">
              <a:avLst/>
            </a:prstGeom>
          </p:spPr>
        </p:pic>
        <p:pic>
          <p:nvPicPr>
            <p:cNvPr id="4" name="object 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51" y="4583"/>
              <a:ext cx="7021144" cy="263300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429458" y="155565"/>
            <a:ext cx="3654970" cy="1048888"/>
            <a:chOff x="5004289" y="25368"/>
            <a:chExt cx="2844800" cy="261239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44529" y="25368"/>
              <a:ext cx="1505554" cy="13179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9585" y="26748"/>
              <a:ext cx="1369014" cy="13179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6274" y="1319841"/>
              <a:ext cx="1505553" cy="13179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4289" y="1316838"/>
              <a:ext cx="2844310" cy="1317917"/>
            </a:xfrm>
            <a:prstGeom prst="rect">
              <a:avLst/>
            </a:prstGeom>
          </p:spPr>
        </p:pic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CDE9A420-86BB-735B-31AE-C0268B0C2C04}"/>
              </a:ext>
            </a:extLst>
          </p:cNvPr>
          <p:cNvGrpSpPr/>
          <p:nvPr/>
        </p:nvGrpSpPr>
        <p:grpSpPr>
          <a:xfrm>
            <a:off x="3501494" y="2421068"/>
            <a:ext cx="5528095" cy="1759761"/>
            <a:chOff x="546100" y="5503559"/>
            <a:chExt cx="5528095" cy="1759761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FD51D8FF-D4D5-63E1-47E6-094E204216BA}"/>
                </a:ext>
              </a:extLst>
            </p:cNvPr>
            <p:cNvGrpSpPr/>
            <p:nvPr/>
          </p:nvGrpSpPr>
          <p:grpSpPr>
            <a:xfrm>
              <a:off x="546100" y="5738450"/>
              <a:ext cx="3048000" cy="1524870"/>
              <a:chOff x="563906" y="1720850"/>
              <a:chExt cx="3048000" cy="2251039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31412964-E8AB-79AD-6A33-DCBFA49A545C}"/>
                  </a:ext>
                </a:extLst>
              </p:cNvPr>
              <p:cNvSpPr/>
              <p:nvPr/>
            </p:nvSpPr>
            <p:spPr>
              <a:xfrm>
                <a:off x="563906" y="1720850"/>
                <a:ext cx="3048000" cy="2251039"/>
              </a:xfrm>
              <a:prstGeom prst="rect">
                <a:avLst/>
              </a:prstGeom>
              <a:solidFill>
                <a:sysClr val="window" lastClr="FFFFFF">
                  <a:lumMod val="95000"/>
                  <a:alpha val="70000"/>
                </a:sysClr>
              </a:solidFill>
              <a:ln w="19050" cap="flat" cmpd="sng" algn="ctr">
                <a:solidFill>
                  <a:schemeClr val="bg2">
                    <a:lumMod val="9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`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8277BEFF-162D-9944-FF7C-54616B9B9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93203" y="1866374"/>
                <a:ext cx="2782681" cy="1911876"/>
              </a:xfrm>
              <a:prstGeom prst="rect">
                <a:avLst/>
              </a:prstGeom>
              <a:ln w="12700" cmpd="sng">
                <a:solidFill>
                  <a:sysClr val="windowText" lastClr="000000"/>
                </a:solidFill>
              </a:ln>
            </p:spPr>
          </p:pic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D519CF0-B1BD-04ED-88CC-14EE2DE82E61}"/>
                  </a:ext>
                </a:extLst>
              </p:cNvPr>
              <p:cNvSpPr/>
              <p:nvPr/>
            </p:nvSpPr>
            <p:spPr>
              <a:xfrm>
                <a:off x="646138" y="1812729"/>
                <a:ext cx="2883465" cy="2023951"/>
              </a:xfrm>
              <a:prstGeom prst="rect">
                <a:avLst/>
              </a:prstGeom>
              <a:noFill/>
              <a:ln w="19050" cap="flat" cmpd="sng" algn="ctr">
                <a:solidFill>
                  <a:srgbClr val="092439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E6D9635-32F4-AE9A-F893-CF36ED0A88DE}"/>
                  </a:ext>
                </a:extLst>
              </p:cNvPr>
              <p:cNvSpPr/>
              <p:nvPr/>
            </p:nvSpPr>
            <p:spPr>
              <a:xfrm>
                <a:off x="885084" y="1794812"/>
                <a:ext cx="2282353" cy="762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31" name="아래쪽 화살표 94">
              <a:extLst>
                <a:ext uri="{FF2B5EF4-FFF2-40B4-BE49-F238E27FC236}">
                  <a16:creationId xmlns:a16="http://schemas.microsoft.com/office/drawing/2014/main" id="{3C0F782F-CB9E-FE18-41A4-386AF5873978}"/>
                </a:ext>
              </a:extLst>
            </p:cNvPr>
            <p:cNvSpPr/>
            <p:nvPr/>
          </p:nvSpPr>
          <p:spPr>
            <a:xfrm flipV="1">
              <a:off x="1980799" y="6576221"/>
              <a:ext cx="263510" cy="252359"/>
            </a:xfrm>
            <a:prstGeom prst="downArrow">
              <a:avLst/>
            </a:prstGeom>
            <a:solidFill>
              <a:srgbClr val="26262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41D82F8-3D91-2AED-67C1-D4762959C3A0}"/>
                </a:ext>
              </a:extLst>
            </p:cNvPr>
            <p:cNvSpPr txBox="1"/>
            <p:nvPr/>
          </p:nvSpPr>
          <p:spPr>
            <a:xfrm>
              <a:off x="1540726" y="6805797"/>
              <a:ext cx="11703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prstClr val="black"/>
                  </a:solidFill>
                  <a:latin typeface="+mj-ea"/>
                  <a:ea typeface="+mj-ea"/>
                </a:rPr>
                <a:t>점검방향</a:t>
              </a:r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091255E-13AC-B431-FA74-1C0B888B257E}"/>
                </a:ext>
              </a:extLst>
            </p:cNvPr>
            <p:cNvSpPr txBox="1"/>
            <p:nvPr/>
          </p:nvSpPr>
          <p:spPr>
            <a:xfrm>
              <a:off x="1748818" y="5889547"/>
              <a:ext cx="7066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창문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CBE1A9D1-EDB6-EF8B-63C0-4C4B28A4B4C2}"/>
                </a:ext>
              </a:extLst>
            </p:cNvPr>
            <p:cNvSpPr txBox="1"/>
            <p:nvPr/>
          </p:nvSpPr>
          <p:spPr>
            <a:xfrm>
              <a:off x="5074838" y="5503559"/>
              <a:ext cx="9993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단위 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: mm)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C4FD8BA6-0724-B65A-F8A8-74084DCC42B2}"/>
              </a:ext>
            </a:extLst>
          </p:cNvPr>
          <p:cNvSpPr/>
          <p:nvPr/>
        </p:nvSpPr>
        <p:spPr>
          <a:xfrm>
            <a:off x="541788" y="1474494"/>
            <a:ext cx="443624" cy="443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83ED1B73-1AE7-2B48-1473-1E7EEDF8ECF7}"/>
              </a:ext>
            </a:extLst>
          </p:cNvPr>
          <p:cNvSpPr/>
          <p:nvPr/>
        </p:nvSpPr>
        <p:spPr>
          <a:xfrm>
            <a:off x="851983" y="1436843"/>
            <a:ext cx="30341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레벨기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점검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</a:p>
        </p:txBody>
      </p:sp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13B28A54-8F74-8DD1-F272-C3BE25826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475664"/>
              </p:ext>
            </p:extLst>
          </p:nvPr>
        </p:nvGraphicFramePr>
        <p:xfrm>
          <a:off x="959913" y="2678003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188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232628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B1E66B8F-8325-538E-4075-726A4AF7E8B2}"/>
              </a:ext>
            </a:extLst>
          </p:cNvPr>
          <p:cNvSpPr/>
          <p:nvPr/>
        </p:nvSpPr>
        <p:spPr>
          <a:xfrm>
            <a:off x="804928" y="2391410"/>
            <a:ext cx="8446880" cy="209316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aphicFrame>
        <p:nvGraphicFramePr>
          <p:cNvPr id="198" name="표 197">
            <a:extLst>
              <a:ext uri="{FF2B5EF4-FFF2-40B4-BE49-F238E27FC236}">
                <a16:creationId xmlns:a16="http://schemas.microsoft.com/office/drawing/2014/main" id="{622AB968-FDF4-B324-E18D-CED1777ED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445702"/>
              </p:ext>
            </p:extLst>
          </p:nvPr>
        </p:nvGraphicFramePr>
        <p:xfrm>
          <a:off x="7157409" y="2689588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47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047469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140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142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143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F6936F6B-36FA-EBA6-B375-780AC888DB9D}"/>
              </a:ext>
            </a:extLst>
          </p:cNvPr>
          <p:cNvSpPr/>
          <p:nvPr/>
        </p:nvSpPr>
        <p:spPr bwMode="auto">
          <a:xfrm>
            <a:off x="3236556" y="2526248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1.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D455E67B-F5FE-4C53-F6AE-ED8E38573699}"/>
              </a:ext>
            </a:extLst>
          </p:cNvPr>
          <p:cNvSpPr/>
          <p:nvPr/>
        </p:nvSpPr>
        <p:spPr bwMode="auto">
          <a:xfrm>
            <a:off x="3236556" y="4054034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ea typeface="+mn-ea"/>
                <a:cs typeface="Arials"/>
              </a:rPr>
              <a:t>2</a:t>
            </a:r>
            <a:r>
              <a:rPr lang="en-US" altLang="ko-KR" sz="1200" b="1" dirty="0">
                <a:latin typeface="+mn-ea"/>
                <a:cs typeface="Arials"/>
              </a:rPr>
              <a:t>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0F879BEB-43AE-A7BD-34A4-5BCCA13ECFDC}"/>
              </a:ext>
            </a:extLst>
          </p:cNvPr>
          <p:cNvSpPr/>
          <p:nvPr/>
        </p:nvSpPr>
        <p:spPr bwMode="auto">
          <a:xfrm>
            <a:off x="6184916" y="2537848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3.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CA994995-A2B5-6E3C-B281-02182F101BDA}"/>
              </a:ext>
            </a:extLst>
          </p:cNvPr>
          <p:cNvSpPr/>
          <p:nvPr/>
        </p:nvSpPr>
        <p:spPr bwMode="auto">
          <a:xfrm>
            <a:off x="6234301" y="4037362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4.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0D23FB6B-86E6-C551-4427-0D406D23F00B}"/>
              </a:ext>
            </a:extLst>
          </p:cNvPr>
          <p:cNvGrpSpPr/>
          <p:nvPr/>
        </p:nvGrpSpPr>
        <p:grpSpPr>
          <a:xfrm>
            <a:off x="3501494" y="4764279"/>
            <a:ext cx="5528095" cy="1759761"/>
            <a:chOff x="546100" y="5503559"/>
            <a:chExt cx="5528095" cy="1759761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A2341305-8F0C-ED55-8841-64C27FB8FAF2}"/>
                </a:ext>
              </a:extLst>
            </p:cNvPr>
            <p:cNvGrpSpPr/>
            <p:nvPr/>
          </p:nvGrpSpPr>
          <p:grpSpPr>
            <a:xfrm>
              <a:off x="546100" y="5738450"/>
              <a:ext cx="3048000" cy="1524870"/>
              <a:chOff x="563906" y="1720850"/>
              <a:chExt cx="3048000" cy="2251039"/>
            </a:xfrm>
          </p:grpSpPr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B9445ABA-6F57-EE7D-702D-02AA019C4732}"/>
                  </a:ext>
                </a:extLst>
              </p:cNvPr>
              <p:cNvSpPr/>
              <p:nvPr/>
            </p:nvSpPr>
            <p:spPr>
              <a:xfrm>
                <a:off x="563906" y="1720850"/>
                <a:ext cx="3048000" cy="2251039"/>
              </a:xfrm>
              <a:prstGeom prst="rect">
                <a:avLst/>
              </a:prstGeom>
              <a:solidFill>
                <a:sysClr val="window" lastClr="FFFFFF">
                  <a:lumMod val="95000"/>
                  <a:alpha val="70000"/>
                </a:sysClr>
              </a:solidFill>
              <a:ln w="19050" cap="flat" cmpd="sng" algn="ctr">
                <a:solidFill>
                  <a:schemeClr val="bg2">
                    <a:lumMod val="9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`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pic>
            <p:nvPicPr>
              <p:cNvPr id="211" name="그림 210">
                <a:extLst>
                  <a:ext uri="{FF2B5EF4-FFF2-40B4-BE49-F238E27FC236}">
                    <a16:creationId xmlns:a16="http://schemas.microsoft.com/office/drawing/2014/main" id="{0E5684B0-0DC9-4AC6-7A51-ED7F4063BF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93203" y="1866374"/>
                <a:ext cx="2782681" cy="1911876"/>
              </a:xfrm>
              <a:prstGeom prst="rect">
                <a:avLst/>
              </a:prstGeom>
              <a:ln w="12700" cmpd="sng">
                <a:solidFill>
                  <a:sysClr val="windowText" lastClr="000000"/>
                </a:solidFill>
              </a:ln>
            </p:spPr>
          </p:pic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CF6F6FF9-E485-409D-4449-9171659498F9}"/>
                  </a:ext>
                </a:extLst>
              </p:cNvPr>
              <p:cNvSpPr/>
              <p:nvPr/>
            </p:nvSpPr>
            <p:spPr>
              <a:xfrm>
                <a:off x="646138" y="1812729"/>
                <a:ext cx="2883465" cy="2023951"/>
              </a:xfrm>
              <a:prstGeom prst="rect">
                <a:avLst/>
              </a:prstGeom>
              <a:noFill/>
              <a:ln w="19050" cap="flat" cmpd="sng" algn="ctr">
                <a:solidFill>
                  <a:srgbClr val="092439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213" name="직사각형 212">
                <a:extLst>
                  <a:ext uri="{FF2B5EF4-FFF2-40B4-BE49-F238E27FC236}">
                    <a16:creationId xmlns:a16="http://schemas.microsoft.com/office/drawing/2014/main" id="{A1C26507-FBC8-189B-4CA7-CF22BD65EAD8}"/>
                  </a:ext>
                </a:extLst>
              </p:cNvPr>
              <p:cNvSpPr/>
              <p:nvPr/>
            </p:nvSpPr>
            <p:spPr>
              <a:xfrm>
                <a:off x="885084" y="1794812"/>
                <a:ext cx="2282353" cy="762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206" name="아래쪽 화살표 94">
              <a:extLst>
                <a:ext uri="{FF2B5EF4-FFF2-40B4-BE49-F238E27FC236}">
                  <a16:creationId xmlns:a16="http://schemas.microsoft.com/office/drawing/2014/main" id="{52F3CA7B-3B65-1DF9-3361-B85A3A0DB9DC}"/>
                </a:ext>
              </a:extLst>
            </p:cNvPr>
            <p:cNvSpPr/>
            <p:nvPr/>
          </p:nvSpPr>
          <p:spPr>
            <a:xfrm flipV="1">
              <a:off x="1980799" y="6576221"/>
              <a:ext cx="263510" cy="252359"/>
            </a:xfrm>
            <a:prstGeom prst="downArrow">
              <a:avLst/>
            </a:prstGeom>
            <a:solidFill>
              <a:srgbClr val="26262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6335151-3F60-7F78-67A7-78EE6E4516C6}"/>
                </a:ext>
              </a:extLst>
            </p:cNvPr>
            <p:cNvSpPr txBox="1"/>
            <p:nvPr/>
          </p:nvSpPr>
          <p:spPr>
            <a:xfrm>
              <a:off x="1540726" y="6805797"/>
              <a:ext cx="11703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prstClr val="black"/>
                  </a:solidFill>
                  <a:latin typeface="+mj-ea"/>
                  <a:ea typeface="+mj-ea"/>
                </a:rPr>
                <a:t>점검방향</a:t>
              </a:r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14D6FCD7-8844-DC74-652D-99867F527365}"/>
                </a:ext>
              </a:extLst>
            </p:cNvPr>
            <p:cNvSpPr txBox="1"/>
            <p:nvPr/>
          </p:nvSpPr>
          <p:spPr>
            <a:xfrm>
              <a:off x="1748818" y="5889547"/>
              <a:ext cx="7066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창문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0E70ECC6-5060-7AAF-EA4E-D7BA6C5AD0C4}"/>
                </a:ext>
              </a:extLst>
            </p:cNvPr>
            <p:cNvSpPr txBox="1"/>
            <p:nvPr/>
          </p:nvSpPr>
          <p:spPr>
            <a:xfrm>
              <a:off x="5074838" y="5503559"/>
              <a:ext cx="9993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단위 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: mm)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214" name="표 213">
            <a:extLst>
              <a:ext uri="{FF2B5EF4-FFF2-40B4-BE49-F238E27FC236}">
                <a16:creationId xmlns:a16="http://schemas.microsoft.com/office/drawing/2014/main" id="{AB7D0E6F-3365-726C-0BFE-717E36541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957940"/>
              </p:ext>
            </p:extLst>
          </p:nvPr>
        </p:nvGraphicFramePr>
        <p:xfrm>
          <a:off x="959913" y="5021214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188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232628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C388CE23-AC1A-F1A8-EE6F-FACC0C6CFC62}"/>
              </a:ext>
            </a:extLst>
          </p:cNvPr>
          <p:cNvSpPr/>
          <p:nvPr/>
        </p:nvSpPr>
        <p:spPr>
          <a:xfrm>
            <a:off x="804928" y="4734621"/>
            <a:ext cx="8446880" cy="209316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aphicFrame>
        <p:nvGraphicFramePr>
          <p:cNvPr id="216" name="표 215">
            <a:extLst>
              <a:ext uri="{FF2B5EF4-FFF2-40B4-BE49-F238E27FC236}">
                <a16:creationId xmlns:a16="http://schemas.microsoft.com/office/drawing/2014/main" id="{C491EFD4-BF52-C5F6-8133-F3F6FF537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881772"/>
              </p:ext>
            </p:extLst>
          </p:nvPr>
        </p:nvGraphicFramePr>
        <p:xfrm>
          <a:off x="7157409" y="5032799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47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047469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140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142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143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B15DA7CA-791E-CECB-728D-B2AFD81FC9AB}"/>
              </a:ext>
            </a:extLst>
          </p:cNvPr>
          <p:cNvSpPr/>
          <p:nvPr/>
        </p:nvSpPr>
        <p:spPr bwMode="auto">
          <a:xfrm>
            <a:off x="3236556" y="4869459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1.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44EEFD84-32FD-28F6-A494-263D83BF0EE9}"/>
              </a:ext>
            </a:extLst>
          </p:cNvPr>
          <p:cNvSpPr/>
          <p:nvPr/>
        </p:nvSpPr>
        <p:spPr bwMode="auto">
          <a:xfrm>
            <a:off x="3236556" y="6397245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ea typeface="+mn-ea"/>
                <a:cs typeface="Arials"/>
              </a:rPr>
              <a:t>2</a:t>
            </a:r>
            <a:r>
              <a:rPr lang="en-US" altLang="ko-KR" sz="1200" b="1" dirty="0">
                <a:latin typeface="+mn-ea"/>
                <a:cs typeface="Arials"/>
              </a:rPr>
              <a:t>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1473B236-0CC5-061F-41AB-7D409479D363}"/>
              </a:ext>
            </a:extLst>
          </p:cNvPr>
          <p:cNvSpPr/>
          <p:nvPr/>
        </p:nvSpPr>
        <p:spPr bwMode="auto">
          <a:xfrm>
            <a:off x="6184916" y="4881059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3.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A8C1AB3C-B03C-89C2-8B3D-3EFB35E97933}"/>
              </a:ext>
            </a:extLst>
          </p:cNvPr>
          <p:cNvSpPr/>
          <p:nvPr/>
        </p:nvSpPr>
        <p:spPr bwMode="auto">
          <a:xfrm>
            <a:off x="6234301" y="6380573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4.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AC489C71-4E3B-CCC5-7927-6191E1E8E59E}"/>
              </a:ext>
            </a:extLst>
          </p:cNvPr>
          <p:cNvGrpSpPr/>
          <p:nvPr/>
        </p:nvGrpSpPr>
        <p:grpSpPr>
          <a:xfrm>
            <a:off x="3501494" y="7107490"/>
            <a:ext cx="5528095" cy="1759761"/>
            <a:chOff x="546100" y="5503559"/>
            <a:chExt cx="5528095" cy="1759761"/>
          </a:xfrm>
        </p:grpSpPr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82FC5DCB-D53E-5792-B792-AF5B22D575C2}"/>
                </a:ext>
              </a:extLst>
            </p:cNvPr>
            <p:cNvGrpSpPr/>
            <p:nvPr/>
          </p:nvGrpSpPr>
          <p:grpSpPr>
            <a:xfrm>
              <a:off x="546100" y="5738450"/>
              <a:ext cx="3048000" cy="1524870"/>
              <a:chOff x="563906" y="1720850"/>
              <a:chExt cx="3048000" cy="2251039"/>
            </a:xfrm>
          </p:grpSpPr>
          <p:sp>
            <p:nvSpPr>
              <p:cNvPr id="227" name="직사각형 226">
                <a:extLst>
                  <a:ext uri="{FF2B5EF4-FFF2-40B4-BE49-F238E27FC236}">
                    <a16:creationId xmlns:a16="http://schemas.microsoft.com/office/drawing/2014/main" id="{75286FCE-B543-CB6B-F2EC-97368D5DB3BC}"/>
                  </a:ext>
                </a:extLst>
              </p:cNvPr>
              <p:cNvSpPr/>
              <p:nvPr/>
            </p:nvSpPr>
            <p:spPr>
              <a:xfrm>
                <a:off x="563906" y="1720850"/>
                <a:ext cx="3048000" cy="2251039"/>
              </a:xfrm>
              <a:prstGeom prst="rect">
                <a:avLst/>
              </a:prstGeom>
              <a:solidFill>
                <a:sysClr val="window" lastClr="FFFFFF">
                  <a:lumMod val="95000"/>
                  <a:alpha val="70000"/>
                </a:sysClr>
              </a:solidFill>
              <a:ln w="19050" cap="flat" cmpd="sng" algn="ctr">
                <a:solidFill>
                  <a:schemeClr val="bg2">
                    <a:lumMod val="9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`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pic>
            <p:nvPicPr>
              <p:cNvPr id="228" name="그림 227">
                <a:extLst>
                  <a:ext uri="{FF2B5EF4-FFF2-40B4-BE49-F238E27FC236}">
                    <a16:creationId xmlns:a16="http://schemas.microsoft.com/office/drawing/2014/main" id="{90E7EB5C-4F92-D18E-67EE-05C477C42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93203" y="1866374"/>
                <a:ext cx="2782681" cy="1911876"/>
              </a:xfrm>
              <a:prstGeom prst="rect">
                <a:avLst/>
              </a:prstGeom>
              <a:ln w="12700" cmpd="sng">
                <a:solidFill>
                  <a:sysClr val="windowText" lastClr="000000"/>
                </a:solidFill>
              </a:ln>
            </p:spPr>
          </p:pic>
          <p:sp>
            <p:nvSpPr>
              <p:cNvPr id="229" name="직사각형 228">
                <a:extLst>
                  <a:ext uri="{FF2B5EF4-FFF2-40B4-BE49-F238E27FC236}">
                    <a16:creationId xmlns:a16="http://schemas.microsoft.com/office/drawing/2014/main" id="{487EA883-A395-7E79-FF12-E1C69B6E74F6}"/>
                  </a:ext>
                </a:extLst>
              </p:cNvPr>
              <p:cNvSpPr/>
              <p:nvPr/>
            </p:nvSpPr>
            <p:spPr>
              <a:xfrm>
                <a:off x="646138" y="1812729"/>
                <a:ext cx="2883465" cy="2023951"/>
              </a:xfrm>
              <a:prstGeom prst="rect">
                <a:avLst/>
              </a:prstGeom>
              <a:noFill/>
              <a:ln w="19050" cap="flat" cmpd="sng" algn="ctr">
                <a:solidFill>
                  <a:srgbClr val="092439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230" name="직사각형 229">
                <a:extLst>
                  <a:ext uri="{FF2B5EF4-FFF2-40B4-BE49-F238E27FC236}">
                    <a16:creationId xmlns:a16="http://schemas.microsoft.com/office/drawing/2014/main" id="{7FF2D675-5823-28B2-A037-1A2626C9F7A3}"/>
                  </a:ext>
                </a:extLst>
              </p:cNvPr>
              <p:cNvSpPr/>
              <p:nvPr/>
            </p:nvSpPr>
            <p:spPr>
              <a:xfrm>
                <a:off x="885084" y="1794812"/>
                <a:ext cx="2282353" cy="762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223" name="아래쪽 화살표 94">
              <a:extLst>
                <a:ext uri="{FF2B5EF4-FFF2-40B4-BE49-F238E27FC236}">
                  <a16:creationId xmlns:a16="http://schemas.microsoft.com/office/drawing/2014/main" id="{53D6BA3F-396B-0045-BADA-720965F3687B}"/>
                </a:ext>
              </a:extLst>
            </p:cNvPr>
            <p:cNvSpPr/>
            <p:nvPr/>
          </p:nvSpPr>
          <p:spPr>
            <a:xfrm flipV="1">
              <a:off x="1980799" y="6576221"/>
              <a:ext cx="263510" cy="252359"/>
            </a:xfrm>
            <a:prstGeom prst="downArrow">
              <a:avLst/>
            </a:prstGeom>
            <a:solidFill>
              <a:srgbClr val="26262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3ABA8348-894E-69F8-67DA-70422CD793D1}"/>
                </a:ext>
              </a:extLst>
            </p:cNvPr>
            <p:cNvSpPr txBox="1"/>
            <p:nvPr/>
          </p:nvSpPr>
          <p:spPr>
            <a:xfrm>
              <a:off x="1540726" y="6805797"/>
              <a:ext cx="11703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prstClr val="black"/>
                  </a:solidFill>
                  <a:latin typeface="+mj-ea"/>
                  <a:ea typeface="+mj-ea"/>
                </a:rPr>
                <a:t>점검방향</a:t>
              </a:r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6DE0EFCF-2608-4AB8-9C02-F44BB75674BE}"/>
                </a:ext>
              </a:extLst>
            </p:cNvPr>
            <p:cNvSpPr txBox="1"/>
            <p:nvPr/>
          </p:nvSpPr>
          <p:spPr>
            <a:xfrm>
              <a:off x="1748818" y="5889547"/>
              <a:ext cx="7066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창문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27758C2D-6233-B294-AC5F-4F303E9FD4EF}"/>
                </a:ext>
              </a:extLst>
            </p:cNvPr>
            <p:cNvSpPr txBox="1"/>
            <p:nvPr/>
          </p:nvSpPr>
          <p:spPr>
            <a:xfrm>
              <a:off x="5074838" y="5503559"/>
              <a:ext cx="9993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단위 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: mm)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231" name="표 230">
            <a:extLst>
              <a:ext uri="{FF2B5EF4-FFF2-40B4-BE49-F238E27FC236}">
                <a16:creationId xmlns:a16="http://schemas.microsoft.com/office/drawing/2014/main" id="{4532BCD1-3E01-4339-9D0D-0BB3CFC43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079857"/>
              </p:ext>
            </p:extLst>
          </p:nvPr>
        </p:nvGraphicFramePr>
        <p:xfrm>
          <a:off x="959913" y="7364425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188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232628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EA2FBADF-DBC0-9766-948D-23A35BE97193}"/>
              </a:ext>
            </a:extLst>
          </p:cNvPr>
          <p:cNvSpPr/>
          <p:nvPr/>
        </p:nvSpPr>
        <p:spPr>
          <a:xfrm>
            <a:off x="804928" y="7077832"/>
            <a:ext cx="8446880" cy="209316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aphicFrame>
        <p:nvGraphicFramePr>
          <p:cNvPr id="233" name="표 232">
            <a:extLst>
              <a:ext uri="{FF2B5EF4-FFF2-40B4-BE49-F238E27FC236}">
                <a16:creationId xmlns:a16="http://schemas.microsoft.com/office/drawing/2014/main" id="{0C21AE05-4596-BC0E-0BB2-9E394F707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636556"/>
              </p:ext>
            </p:extLst>
          </p:nvPr>
        </p:nvGraphicFramePr>
        <p:xfrm>
          <a:off x="7157409" y="7376010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47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047469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140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142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143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C9E7BF67-4529-9611-352D-2AB75609609E}"/>
              </a:ext>
            </a:extLst>
          </p:cNvPr>
          <p:cNvSpPr/>
          <p:nvPr/>
        </p:nvSpPr>
        <p:spPr bwMode="auto">
          <a:xfrm>
            <a:off x="3236556" y="7212670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1.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904D4C3E-154F-68BD-ABD9-7ACF5EC67E4F}"/>
              </a:ext>
            </a:extLst>
          </p:cNvPr>
          <p:cNvSpPr/>
          <p:nvPr/>
        </p:nvSpPr>
        <p:spPr bwMode="auto">
          <a:xfrm>
            <a:off x="3236556" y="8740456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ea typeface="+mn-ea"/>
                <a:cs typeface="Arials"/>
              </a:rPr>
              <a:t>2</a:t>
            </a:r>
            <a:r>
              <a:rPr lang="en-US" altLang="ko-KR" sz="1200" b="1" dirty="0">
                <a:latin typeface="+mn-ea"/>
                <a:cs typeface="Arials"/>
              </a:rPr>
              <a:t>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F77FCCDA-4B90-6287-8C77-B9FCA7530F0D}"/>
              </a:ext>
            </a:extLst>
          </p:cNvPr>
          <p:cNvSpPr/>
          <p:nvPr/>
        </p:nvSpPr>
        <p:spPr bwMode="auto">
          <a:xfrm>
            <a:off x="6184916" y="7224270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3.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5F24426C-E502-40F2-D9E0-8C8E2751E668}"/>
              </a:ext>
            </a:extLst>
          </p:cNvPr>
          <p:cNvSpPr/>
          <p:nvPr/>
        </p:nvSpPr>
        <p:spPr bwMode="auto">
          <a:xfrm>
            <a:off x="6234301" y="8723784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4.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C97D0118-D929-8F2B-18A9-5318E6D913D4}"/>
              </a:ext>
            </a:extLst>
          </p:cNvPr>
          <p:cNvGrpSpPr/>
          <p:nvPr/>
        </p:nvGrpSpPr>
        <p:grpSpPr>
          <a:xfrm>
            <a:off x="3501494" y="9488801"/>
            <a:ext cx="5528095" cy="1759761"/>
            <a:chOff x="546100" y="5503559"/>
            <a:chExt cx="5528095" cy="1759761"/>
          </a:xfrm>
        </p:grpSpPr>
        <p:grpSp>
          <p:nvGrpSpPr>
            <p:cNvPr id="239" name="그룹 238">
              <a:extLst>
                <a:ext uri="{FF2B5EF4-FFF2-40B4-BE49-F238E27FC236}">
                  <a16:creationId xmlns:a16="http://schemas.microsoft.com/office/drawing/2014/main" id="{AA65403C-4B80-D63F-78A7-2F79BCF33B8B}"/>
                </a:ext>
              </a:extLst>
            </p:cNvPr>
            <p:cNvGrpSpPr/>
            <p:nvPr/>
          </p:nvGrpSpPr>
          <p:grpSpPr>
            <a:xfrm>
              <a:off x="546100" y="5738450"/>
              <a:ext cx="3048000" cy="1524870"/>
              <a:chOff x="563906" y="1720850"/>
              <a:chExt cx="3048000" cy="2251039"/>
            </a:xfrm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E54CFFD9-0BC5-7467-1FAD-09E2272DF14C}"/>
                  </a:ext>
                </a:extLst>
              </p:cNvPr>
              <p:cNvSpPr/>
              <p:nvPr/>
            </p:nvSpPr>
            <p:spPr>
              <a:xfrm>
                <a:off x="563906" y="1720850"/>
                <a:ext cx="3048000" cy="2251039"/>
              </a:xfrm>
              <a:prstGeom prst="rect">
                <a:avLst/>
              </a:prstGeom>
              <a:solidFill>
                <a:sysClr val="window" lastClr="FFFFFF">
                  <a:lumMod val="95000"/>
                  <a:alpha val="70000"/>
                </a:sysClr>
              </a:solidFill>
              <a:ln w="19050" cap="flat" cmpd="sng" algn="ctr">
                <a:solidFill>
                  <a:schemeClr val="bg2">
                    <a:lumMod val="9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`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pic>
            <p:nvPicPr>
              <p:cNvPr id="245" name="그림 244">
                <a:extLst>
                  <a:ext uri="{FF2B5EF4-FFF2-40B4-BE49-F238E27FC236}">
                    <a16:creationId xmlns:a16="http://schemas.microsoft.com/office/drawing/2014/main" id="{65751C42-F780-6201-4881-577B1A7FD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93203" y="1866374"/>
                <a:ext cx="2782681" cy="1911876"/>
              </a:xfrm>
              <a:prstGeom prst="rect">
                <a:avLst/>
              </a:prstGeom>
              <a:ln w="12700" cmpd="sng">
                <a:solidFill>
                  <a:sysClr val="windowText" lastClr="000000"/>
                </a:solidFill>
              </a:ln>
            </p:spPr>
          </p:pic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AB10621C-92D9-4E62-72E1-C929E64E147C}"/>
                  </a:ext>
                </a:extLst>
              </p:cNvPr>
              <p:cNvSpPr/>
              <p:nvPr/>
            </p:nvSpPr>
            <p:spPr>
              <a:xfrm>
                <a:off x="646138" y="1812729"/>
                <a:ext cx="2883465" cy="2023951"/>
              </a:xfrm>
              <a:prstGeom prst="rect">
                <a:avLst/>
              </a:prstGeom>
              <a:noFill/>
              <a:ln w="19050" cap="flat" cmpd="sng" algn="ctr">
                <a:solidFill>
                  <a:srgbClr val="092439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247" name="직사각형 246">
                <a:extLst>
                  <a:ext uri="{FF2B5EF4-FFF2-40B4-BE49-F238E27FC236}">
                    <a16:creationId xmlns:a16="http://schemas.microsoft.com/office/drawing/2014/main" id="{4C06F727-810D-791D-BF5E-BA5F5FE4B1BA}"/>
                  </a:ext>
                </a:extLst>
              </p:cNvPr>
              <p:cNvSpPr/>
              <p:nvPr/>
            </p:nvSpPr>
            <p:spPr>
              <a:xfrm>
                <a:off x="885084" y="1794812"/>
                <a:ext cx="2282353" cy="762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240" name="아래쪽 화살표 94">
              <a:extLst>
                <a:ext uri="{FF2B5EF4-FFF2-40B4-BE49-F238E27FC236}">
                  <a16:creationId xmlns:a16="http://schemas.microsoft.com/office/drawing/2014/main" id="{46D10BD3-5260-CFC5-C7C1-472C1EAA9B7E}"/>
                </a:ext>
              </a:extLst>
            </p:cNvPr>
            <p:cNvSpPr/>
            <p:nvPr/>
          </p:nvSpPr>
          <p:spPr>
            <a:xfrm flipV="1">
              <a:off x="1980799" y="6576221"/>
              <a:ext cx="263510" cy="252359"/>
            </a:xfrm>
            <a:prstGeom prst="downArrow">
              <a:avLst/>
            </a:prstGeom>
            <a:solidFill>
              <a:srgbClr val="26262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A95C6B87-397B-51A5-A14B-AA3E30D1A47B}"/>
                </a:ext>
              </a:extLst>
            </p:cNvPr>
            <p:cNvSpPr txBox="1"/>
            <p:nvPr/>
          </p:nvSpPr>
          <p:spPr>
            <a:xfrm>
              <a:off x="1540726" y="6805797"/>
              <a:ext cx="11703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prstClr val="black"/>
                  </a:solidFill>
                  <a:latin typeface="+mj-ea"/>
                  <a:ea typeface="+mj-ea"/>
                </a:rPr>
                <a:t>점검방향</a:t>
              </a:r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4162D43D-A12B-089B-3BD3-9A020A2DFFFC}"/>
                </a:ext>
              </a:extLst>
            </p:cNvPr>
            <p:cNvSpPr txBox="1"/>
            <p:nvPr/>
          </p:nvSpPr>
          <p:spPr>
            <a:xfrm>
              <a:off x="1748818" y="5889547"/>
              <a:ext cx="7066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창문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CA8138AA-012F-D9F0-F8F3-9FA577AC0EE6}"/>
                </a:ext>
              </a:extLst>
            </p:cNvPr>
            <p:cNvSpPr txBox="1"/>
            <p:nvPr/>
          </p:nvSpPr>
          <p:spPr>
            <a:xfrm>
              <a:off x="5074838" y="5503559"/>
              <a:ext cx="9993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단위 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: mm)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248" name="표 247">
            <a:extLst>
              <a:ext uri="{FF2B5EF4-FFF2-40B4-BE49-F238E27FC236}">
                <a16:creationId xmlns:a16="http://schemas.microsoft.com/office/drawing/2014/main" id="{EC0470D4-3335-CBD5-2639-00EB7FBF7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101220"/>
              </p:ext>
            </p:extLst>
          </p:nvPr>
        </p:nvGraphicFramePr>
        <p:xfrm>
          <a:off x="959913" y="9745736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188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232628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F3E8BD0D-3986-8F73-A9CD-00B28A3C8B88}"/>
              </a:ext>
            </a:extLst>
          </p:cNvPr>
          <p:cNvSpPr/>
          <p:nvPr/>
        </p:nvSpPr>
        <p:spPr>
          <a:xfrm>
            <a:off x="804928" y="9459143"/>
            <a:ext cx="8446880" cy="209316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aphicFrame>
        <p:nvGraphicFramePr>
          <p:cNvPr id="250" name="표 249">
            <a:extLst>
              <a:ext uri="{FF2B5EF4-FFF2-40B4-BE49-F238E27FC236}">
                <a16:creationId xmlns:a16="http://schemas.microsoft.com/office/drawing/2014/main" id="{A829F871-26FD-ADF5-2E82-CDDE2153A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064113"/>
              </p:ext>
            </p:extLst>
          </p:nvPr>
        </p:nvGraphicFramePr>
        <p:xfrm>
          <a:off x="7157409" y="9757321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47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047469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140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142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143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4F5A58DE-49D8-2054-6D87-B11D0AC03A56}"/>
              </a:ext>
            </a:extLst>
          </p:cNvPr>
          <p:cNvSpPr/>
          <p:nvPr/>
        </p:nvSpPr>
        <p:spPr bwMode="auto">
          <a:xfrm>
            <a:off x="3236556" y="9593981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1.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E58B193B-A5CB-D502-C2E8-32BB291E6472}"/>
              </a:ext>
            </a:extLst>
          </p:cNvPr>
          <p:cNvSpPr/>
          <p:nvPr/>
        </p:nvSpPr>
        <p:spPr bwMode="auto">
          <a:xfrm>
            <a:off x="3236556" y="11121767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ea typeface="+mn-ea"/>
                <a:cs typeface="Arials"/>
              </a:rPr>
              <a:t>2</a:t>
            </a:r>
            <a:r>
              <a:rPr lang="en-US" altLang="ko-KR" sz="1200" b="1" dirty="0">
                <a:latin typeface="+mn-ea"/>
                <a:cs typeface="Arials"/>
              </a:rPr>
              <a:t>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532A28E9-D0A0-2466-FCE8-E8127920D5CC}"/>
              </a:ext>
            </a:extLst>
          </p:cNvPr>
          <p:cNvSpPr/>
          <p:nvPr/>
        </p:nvSpPr>
        <p:spPr bwMode="auto">
          <a:xfrm>
            <a:off x="6184916" y="9605581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3.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A606AEFC-6F92-9F27-9BAF-416431DD19FF}"/>
              </a:ext>
            </a:extLst>
          </p:cNvPr>
          <p:cNvSpPr/>
          <p:nvPr/>
        </p:nvSpPr>
        <p:spPr bwMode="auto">
          <a:xfrm>
            <a:off x="6234301" y="11105095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4.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E136FBE2-1A47-7871-F161-4E0C34B8F0B6}"/>
              </a:ext>
            </a:extLst>
          </p:cNvPr>
          <p:cNvGrpSpPr/>
          <p:nvPr/>
        </p:nvGrpSpPr>
        <p:grpSpPr>
          <a:xfrm>
            <a:off x="3501494" y="11870112"/>
            <a:ext cx="5528095" cy="1759761"/>
            <a:chOff x="546100" y="5503559"/>
            <a:chExt cx="5528095" cy="1759761"/>
          </a:xfrm>
        </p:grpSpPr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2B389F9F-DD40-36A9-ED5D-87C465ACB127}"/>
                </a:ext>
              </a:extLst>
            </p:cNvPr>
            <p:cNvGrpSpPr/>
            <p:nvPr/>
          </p:nvGrpSpPr>
          <p:grpSpPr>
            <a:xfrm>
              <a:off x="546100" y="5738450"/>
              <a:ext cx="3048000" cy="1524870"/>
              <a:chOff x="563906" y="1720850"/>
              <a:chExt cx="3048000" cy="2251039"/>
            </a:xfrm>
          </p:grpSpPr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D23EB91D-2B90-41E1-E17E-E3D25D39AD52}"/>
                  </a:ext>
                </a:extLst>
              </p:cNvPr>
              <p:cNvSpPr/>
              <p:nvPr/>
            </p:nvSpPr>
            <p:spPr>
              <a:xfrm>
                <a:off x="563906" y="1720850"/>
                <a:ext cx="3048000" cy="2251039"/>
              </a:xfrm>
              <a:prstGeom prst="rect">
                <a:avLst/>
              </a:prstGeom>
              <a:solidFill>
                <a:sysClr val="window" lastClr="FFFFFF">
                  <a:lumMod val="95000"/>
                  <a:alpha val="70000"/>
                </a:sysClr>
              </a:solidFill>
              <a:ln w="19050" cap="flat" cmpd="sng" algn="ctr">
                <a:solidFill>
                  <a:schemeClr val="bg2">
                    <a:lumMod val="9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`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pic>
            <p:nvPicPr>
              <p:cNvPr id="262" name="그림 261">
                <a:extLst>
                  <a:ext uri="{FF2B5EF4-FFF2-40B4-BE49-F238E27FC236}">
                    <a16:creationId xmlns:a16="http://schemas.microsoft.com/office/drawing/2014/main" id="{E87705EC-8BC9-E3EE-C8DB-0E17F42452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93203" y="1866374"/>
                <a:ext cx="2782681" cy="1911876"/>
              </a:xfrm>
              <a:prstGeom prst="rect">
                <a:avLst/>
              </a:prstGeom>
              <a:ln w="12700" cmpd="sng">
                <a:solidFill>
                  <a:sysClr val="windowText" lastClr="000000"/>
                </a:solidFill>
              </a:ln>
            </p:spPr>
          </p:pic>
          <p:sp>
            <p:nvSpPr>
              <p:cNvPr id="263" name="직사각형 262">
                <a:extLst>
                  <a:ext uri="{FF2B5EF4-FFF2-40B4-BE49-F238E27FC236}">
                    <a16:creationId xmlns:a16="http://schemas.microsoft.com/office/drawing/2014/main" id="{E6F2C0F1-8CDE-0AD9-5E02-25E5406B1914}"/>
                  </a:ext>
                </a:extLst>
              </p:cNvPr>
              <p:cNvSpPr/>
              <p:nvPr/>
            </p:nvSpPr>
            <p:spPr>
              <a:xfrm>
                <a:off x="646138" y="1812729"/>
                <a:ext cx="2883465" cy="2023951"/>
              </a:xfrm>
              <a:prstGeom prst="rect">
                <a:avLst/>
              </a:prstGeom>
              <a:noFill/>
              <a:ln w="19050" cap="flat" cmpd="sng" algn="ctr">
                <a:solidFill>
                  <a:srgbClr val="092439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78770912-5C82-0F71-A60C-2CA3B09E0E95}"/>
                  </a:ext>
                </a:extLst>
              </p:cNvPr>
              <p:cNvSpPr/>
              <p:nvPr/>
            </p:nvSpPr>
            <p:spPr>
              <a:xfrm>
                <a:off x="885084" y="1794812"/>
                <a:ext cx="2282353" cy="762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257" name="아래쪽 화살표 94">
              <a:extLst>
                <a:ext uri="{FF2B5EF4-FFF2-40B4-BE49-F238E27FC236}">
                  <a16:creationId xmlns:a16="http://schemas.microsoft.com/office/drawing/2014/main" id="{CAC2F0D5-0259-C4A0-02BE-6EE15533109A}"/>
                </a:ext>
              </a:extLst>
            </p:cNvPr>
            <p:cNvSpPr/>
            <p:nvPr/>
          </p:nvSpPr>
          <p:spPr>
            <a:xfrm flipV="1">
              <a:off x="1980799" y="6576221"/>
              <a:ext cx="263510" cy="252359"/>
            </a:xfrm>
            <a:prstGeom prst="downArrow">
              <a:avLst/>
            </a:prstGeom>
            <a:solidFill>
              <a:srgbClr val="26262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E6949BE9-687B-6DDB-5E3A-3E5515ACB5E6}"/>
                </a:ext>
              </a:extLst>
            </p:cNvPr>
            <p:cNvSpPr txBox="1"/>
            <p:nvPr/>
          </p:nvSpPr>
          <p:spPr>
            <a:xfrm>
              <a:off x="1540726" y="6805797"/>
              <a:ext cx="11703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prstClr val="black"/>
                  </a:solidFill>
                  <a:latin typeface="+mj-ea"/>
                  <a:ea typeface="+mj-ea"/>
                </a:rPr>
                <a:t>점검방향</a:t>
              </a:r>
              <a:r>
                <a:rPr lang="en-US" altLang="ko-KR" sz="1200" b="1" dirty="0">
                  <a:solidFill>
                    <a:prstClr val="black"/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A622EA9C-197E-DB58-F91E-3C3EC9CD4276}"/>
                </a:ext>
              </a:extLst>
            </p:cNvPr>
            <p:cNvSpPr txBox="1"/>
            <p:nvPr/>
          </p:nvSpPr>
          <p:spPr>
            <a:xfrm>
              <a:off x="1748818" y="5889547"/>
              <a:ext cx="7066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창문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FF5DFBC-89B6-5C90-32F6-3D14A2E26657}"/>
                </a:ext>
              </a:extLst>
            </p:cNvPr>
            <p:cNvSpPr txBox="1"/>
            <p:nvPr/>
          </p:nvSpPr>
          <p:spPr>
            <a:xfrm>
              <a:off x="5074838" y="5503559"/>
              <a:ext cx="9993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단위 </a:t>
              </a:r>
              <a:r>
                <a:rPr lang="en-US" altLang="ko-KR" sz="1200" b="1" dirty="0"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</a:rPr>
                <a:t>: mm)</a:t>
              </a:r>
              <a:endParaRPr lang="ko-KR" altLang="en-US" sz="12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265" name="표 264">
            <a:extLst>
              <a:ext uri="{FF2B5EF4-FFF2-40B4-BE49-F238E27FC236}">
                <a16:creationId xmlns:a16="http://schemas.microsoft.com/office/drawing/2014/main" id="{1BF18BB1-2772-F281-9F0E-D2B3F5E5E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28416"/>
              </p:ext>
            </p:extLst>
          </p:nvPr>
        </p:nvGraphicFramePr>
        <p:xfrm>
          <a:off x="959913" y="12127047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188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232628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침실</a:t>
                      </a:r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메모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EF361ED4-5DB1-C9FA-F3BF-F1524208AD67}"/>
              </a:ext>
            </a:extLst>
          </p:cNvPr>
          <p:cNvSpPr/>
          <p:nvPr/>
        </p:nvSpPr>
        <p:spPr>
          <a:xfrm>
            <a:off x="804928" y="11840454"/>
            <a:ext cx="8446880" cy="209316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aphicFrame>
        <p:nvGraphicFramePr>
          <p:cNvPr id="267" name="표 266">
            <a:extLst>
              <a:ext uri="{FF2B5EF4-FFF2-40B4-BE49-F238E27FC236}">
                <a16:creationId xmlns:a16="http://schemas.microsoft.com/office/drawing/2014/main" id="{BD91B702-8C82-83CB-1F89-3DC22C0E1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234566"/>
              </p:ext>
            </p:extLst>
          </p:nvPr>
        </p:nvGraphicFramePr>
        <p:xfrm>
          <a:off x="7157409" y="12138632"/>
          <a:ext cx="1820816" cy="14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47">
                  <a:extLst>
                    <a:ext uri="{9D8B030D-6E8A-4147-A177-3AD203B41FA5}">
                      <a16:colId xmlns:a16="http://schemas.microsoft.com/office/drawing/2014/main" val="1933975578"/>
                    </a:ext>
                  </a:extLst>
                </a:gridCol>
                <a:gridCol w="1047469">
                  <a:extLst>
                    <a:ext uri="{9D8B030D-6E8A-4147-A177-3AD203B41FA5}">
                      <a16:colId xmlns:a16="http://schemas.microsoft.com/office/drawing/2014/main" val="3827668783"/>
                    </a:ext>
                  </a:extLst>
                </a:gridCol>
              </a:tblGrid>
              <a:tr h="389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141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76211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140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88804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142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87083"/>
                  </a:ext>
                </a:extLst>
              </a:tr>
              <a:tr h="357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우</a:t>
                      </a:r>
                      <a:r>
                        <a:rPr lang="en-US" altLang="ko-KR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j-ea"/>
                          <a:ea typeface="+mj-ea"/>
                        </a:rPr>
                        <a:t>143</a:t>
                      </a:r>
                      <a:endParaRPr lang="ko-KR" altLang="en-US" sz="12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08603"/>
                  </a:ext>
                </a:extLst>
              </a:tr>
            </a:tbl>
          </a:graphicData>
        </a:graphic>
      </p:graphicFrame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A6835035-29B5-18B2-D480-18091B19C8C8}"/>
              </a:ext>
            </a:extLst>
          </p:cNvPr>
          <p:cNvSpPr/>
          <p:nvPr/>
        </p:nvSpPr>
        <p:spPr bwMode="auto">
          <a:xfrm>
            <a:off x="3236556" y="11975292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1.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05195678-D919-B207-85B6-9A676C587B47}"/>
              </a:ext>
            </a:extLst>
          </p:cNvPr>
          <p:cNvSpPr/>
          <p:nvPr/>
        </p:nvSpPr>
        <p:spPr bwMode="auto">
          <a:xfrm>
            <a:off x="3236556" y="13503078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ea typeface="+mn-ea"/>
                <a:cs typeface="Arials"/>
              </a:rPr>
              <a:t>2</a:t>
            </a:r>
            <a:r>
              <a:rPr lang="en-US" altLang="ko-KR" sz="1200" b="1" dirty="0">
                <a:latin typeface="+mn-ea"/>
                <a:cs typeface="Arials"/>
              </a:rPr>
              <a:t>.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좌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BE294932-CD63-E0DA-1AA1-80A13327D808}"/>
              </a:ext>
            </a:extLst>
          </p:cNvPr>
          <p:cNvSpPr/>
          <p:nvPr/>
        </p:nvSpPr>
        <p:spPr bwMode="auto">
          <a:xfrm>
            <a:off x="6184916" y="11986892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3.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ea typeface="+mn-ea"/>
                <a:cs typeface="Arials"/>
              </a:rPr>
              <a:t>상</a:t>
            </a:r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858ABD41-DF89-6BFE-1547-D467279B9D58}"/>
              </a:ext>
            </a:extLst>
          </p:cNvPr>
          <p:cNvSpPr/>
          <p:nvPr/>
        </p:nvSpPr>
        <p:spPr bwMode="auto">
          <a:xfrm>
            <a:off x="6234301" y="13486406"/>
            <a:ext cx="649526" cy="25028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200" b="1" dirty="0">
                <a:latin typeface="+mn-ea"/>
                <a:cs typeface="Arials"/>
              </a:rPr>
              <a:t>4.</a:t>
            </a:r>
            <a:r>
              <a:rPr lang="ko-KR" altLang="en-US" sz="1200" b="1" dirty="0">
                <a:latin typeface="+mn-ea"/>
                <a:cs typeface="Arials"/>
              </a:rPr>
              <a:t>우</a:t>
            </a:r>
            <a:r>
              <a:rPr lang="en-US" altLang="ko-KR" sz="1200" b="1" dirty="0">
                <a:latin typeface="+mn-ea"/>
                <a:ea typeface="+mn-ea"/>
                <a:cs typeface="Arials"/>
              </a:rPr>
              <a:t>/</a:t>
            </a:r>
            <a:r>
              <a:rPr lang="ko-KR" altLang="en-US" sz="1200" b="1" dirty="0">
                <a:latin typeface="+mn-ea"/>
                <a:cs typeface="Arials"/>
              </a:rPr>
              <a:t>하</a:t>
            </a:r>
            <a:endParaRPr lang="ko-KR" altLang="en-US" sz="1200" b="1" dirty="0">
              <a:latin typeface="+mn-ea"/>
              <a:ea typeface="+mn-ea"/>
              <a:cs typeface="Arials"/>
            </a:endParaRPr>
          </a:p>
        </p:txBody>
      </p:sp>
    </p:spTree>
    <p:extLst>
      <p:ext uri="{BB962C8B-B14F-4D97-AF65-F5344CB8AC3E}">
        <p14:creationId xmlns:p14="http://schemas.microsoft.com/office/powerpoint/2010/main" val="209754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3746"/>
            <a:ext cx="10083800" cy="3383294"/>
            <a:chOff x="0" y="4583"/>
            <a:chExt cx="7848600" cy="2633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332"/>
              <a:ext cx="7848600" cy="262725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51" y="4583"/>
              <a:ext cx="7021144" cy="2633003"/>
            </a:xfrm>
            <a:prstGeom prst="rect">
              <a:avLst/>
            </a:prstGeom>
          </p:spPr>
        </p:pic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09785E4F-FB6F-40E2-BB1D-340D6B061C81}"/>
              </a:ext>
            </a:extLst>
          </p:cNvPr>
          <p:cNvSpPr/>
          <p:nvPr/>
        </p:nvSpPr>
        <p:spPr>
          <a:xfrm>
            <a:off x="2305596" y="7618011"/>
            <a:ext cx="5829299" cy="4500123"/>
          </a:xfrm>
          <a:custGeom>
            <a:avLst/>
            <a:gdLst/>
            <a:ahLst/>
            <a:cxnLst/>
            <a:rect l="l" t="t" r="r" b="b"/>
            <a:pathLst>
              <a:path w="6917690" h="5800725">
                <a:moveTo>
                  <a:pt x="6779635" y="5800662"/>
                </a:moveTo>
                <a:lnTo>
                  <a:pt x="137870" y="5800662"/>
                </a:lnTo>
                <a:lnTo>
                  <a:pt x="131097" y="5800497"/>
                </a:lnTo>
                <a:lnTo>
                  <a:pt x="124356" y="5800000"/>
                </a:lnTo>
                <a:lnTo>
                  <a:pt x="85109" y="5790169"/>
                </a:lnTo>
                <a:lnTo>
                  <a:pt x="50405" y="5769378"/>
                </a:lnTo>
                <a:lnTo>
                  <a:pt x="23235" y="5739406"/>
                </a:lnTo>
                <a:lnTo>
                  <a:pt x="5935" y="5702844"/>
                </a:lnTo>
                <a:lnTo>
                  <a:pt x="0" y="5662836"/>
                </a:lnTo>
                <a:lnTo>
                  <a:pt x="0" y="137825"/>
                </a:lnTo>
                <a:lnTo>
                  <a:pt x="5935" y="97816"/>
                </a:lnTo>
                <a:lnTo>
                  <a:pt x="23235" y="61253"/>
                </a:lnTo>
                <a:lnTo>
                  <a:pt x="50405" y="31283"/>
                </a:lnTo>
                <a:lnTo>
                  <a:pt x="85109" y="10491"/>
                </a:lnTo>
                <a:lnTo>
                  <a:pt x="124359" y="661"/>
                </a:lnTo>
                <a:lnTo>
                  <a:pt x="137870" y="0"/>
                </a:lnTo>
                <a:lnTo>
                  <a:pt x="6779635" y="0"/>
                </a:lnTo>
                <a:lnTo>
                  <a:pt x="6819657" y="5933"/>
                </a:lnTo>
                <a:lnTo>
                  <a:pt x="6856231" y="23227"/>
                </a:lnTo>
                <a:lnTo>
                  <a:pt x="6886212" y="50388"/>
                </a:lnTo>
                <a:lnTo>
                  <a:pt x="6907011" y="85081"/>
                </a:lnTo>
                <a:lnTo>
                  <a:pt x="6916844" y="124316"/>
                </a:lnTo>
                <a:lnTo>
                  <a:pt x="6917506" y="137825"/>
                </a:lnTo>
                <a:lnTo>
                  <a:pt x="6917506" y="5662836"/>
                </a:lnTo>
                <a:lnTo>
                  <a:pt x="6911571" y="5702844"/>
                </a:lnTo>
                <a:lnTo>
                  <a:pt x="6894270" y="5739406"/>
                </a:lnTo>
                <a:lnTo>
                  <a:pt x="6867100" y="5769378"/>
                </a:lnTo>
                <a:lnTo>
                  <a:pt x="6832395" y="5790169"/>
                </a:lnTo>
                <a:lnTo>
                  <a:pt x="6793149" y="5800000"/>
                </a:lnTo>
                <a:lnTo>
                  <a:pt x="6786408" y="5800497"/>
                </a:lnTo>
                <a:lnTo>
                  <a:pt x="6779635" y="5800662"/>
                </a:lnTo>
                <a:close/>
              </a:path>
            </a:pathLst>
          </a:custGeom>
          <a:solidFill>
            <a:srgbClr val="F9F9F9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62BC5D46-20EA-5FE9-21D2-B6F9F7A67491}"/>
              </a:ext>
            </a:extLst>
          </p:cNvPr>
          <p:cNvSpPr txBox="1"/>
          <p:nvPr/>
        </p:nvSpPr>
        <p:spPr>
          <a:xfrm>
            <a:off x="2965662" y="7477634"/>
            <a:ext cx="4509168" cy="4225333"/>
          </a:xfrm>
          <a:prstGeom prst="rect">
            <a:avLst/>
          </a:prstGeom>
        </p:spPr>
        <p:txBody>
          <a:bodyPr vert="horz" wrap="square" lIns="0" tIns="152400" rIns="0" bIns="0" anchor="t">
            <a:spAutoFit/>
          </a:bodyPr>
          <a:lstStyle/>
          <a:p>
            <a:pPr lvl="0">
              <a:spcBef>
                <a:spcPts val="45"/>
              </a:spcBef>
              <a:defRPr/>
            </a:pPr>
            <a:endParaRPr lang="ko-KR" altLang="en-US" sz="1500" b="1" kern="100" spc="200" dirty="0">
              <a:solidFill>
                <a:srgbClr val="FF6A00"/>
              </a:solidFill>
              <a:latin typeface="+mn-ea"/>
              <a:cs typeface="Arial"/>
            </a:endParaRPr>
          </a:p>
          <a:p>
            <a:pPr lvl="0">
              <a:spcBef>
                <a:spcPts val="45"/>
              </a:spcBef>
              <a:defRPr/>
            </a:pPr>
            <a:endParaRPr lang="ko-KR" altLang="en-US" sz="1500" b="1" kern="100" spc="200" dirty="0">
              <a:solidFill>
                <a:srgbClr val="FF6A00"/>
              </a:solidFill>
              <a:latin typeface="+mn-ea"/>
              <a:cs typeface="Arial"/>
            </a:endParaRPr>
          </a:p>
          <a:p>
            <a:pPr lvl="0">
              <a:spcBef>
                <a:spcPts val="45"/>
              </a:spcBef>
              <a:defRPr/>
            </a:pPr>
            <a:r>
              <a:rPr lang="ko-KR" altLang="en-US" sz="1500" b="1" kern="100" spc="200" dirty="0">
                <a:solidFill>
                  <a:srgbClr val="0D0D0D"/>
                </a:solidFill>
                <a:latin typeface="+mn-ea"/>
                <a:cs typeface="Arial"/>
              </a:rPr>
              <a:t>고객센터</a:t>
            </a:r>
            <a:r>
              <a:rPr lang="ko-KR" altLang="en-US" sz="1500" b="1" kern="100" spc="200" dirty="0">
                <a:solidFill>
                  <a:srgbClr val="FF6A00"/>
                </a:solidFill>
                <a:latin typeface="+mn-ea"/>
                <a:cs typeface="Arial"/>
              </a:rPr>
              <a:t> </a:t>
            </a:r>
            <a:r>
              <a:rPr lang="ko-KR" altLang="en-US" sz="1500" kern="100" spc="200" dirty="0">
                <a:solidFill>
                  <a:srgbClr val="404040"/>
                </a:solidFill>
                <a:latin typeface="+mn-ea"/>
                <a:cs typeface="Arial"/>
              </a:rPr>
              <a:t>  </a:t>
            </a:r>
            <a:r>
              <a:rPr lang="en-US" altLang="ko-KR" sz="1500" kern="100" spc="200" dirty="0">
                <a:solidFill>
                  <a:srgbClr val="404040"/>
                </a:solidFill>
                <a:latin typeface="+mn-ea"/>
                <a:cs typeface="Arial"/>
              </a:rPr>
              <a:t>1668-5373</a:t>
            </a:r>
          </a:p>
          <a:p>
            <a:pPr lvl="0">
              <a:spcBef>
                <a:spcPts val="45"/>
              </a:spcBef>
              <a:defRPr/>
            </a:pPr>
            <a:r>
              <a:rPr lang="ko-KR" altLang="en-US" sz="1500" b="1" kern="100" spc="200" dirty="0">
                <a:solidFill>
                  <a:srgbClr val="0D0D0D"/>
                </a:solidFill>
                <a:latin typeface="+mn-ea"/>
                <a:cs typeface="Arial"/>
              </a:rPr>
              <a:t>일반전화</a:t>
            </a:r>
            <a:r>
              <a:rPr lang="en-US" altLang="ko-KR" sz="1500" b="1" kern="100" spc="200" dirty="0">
                <a:solidFill>
                  <a:srgbClr val="FF6A00"/>
                </a:solidFill>
                <a:latin typeface="+mn-ea"/>
                <a:cs typeface="Arial"/>
              </a:rPr>
              <a:t>   </a:t>
            </a:r>
            <a:r>
              <a:rPr lang="en-US" altLang="ko-KR" sz="1500" kern="100" spc="200" dirty="0">
                <a:solidFill>
                  <a:srgbClr val="404040"/>
                </a:solidFill>
                <a:latin typeface="+mn-ea"/>
                <a:cs typeface="Arial"/>
              </a:rPr>
              <a:t>031-8042-2416</a:t>
            </a:r>
          </a:p>
          <a:p>
            <a:pPr lvl="0">
              <a:spcBef>
                <a:spcPts val="45"/>
              </a:spcBef>
              <a:defRPr/>
            </a:pPr>
            <a:endParaRPr lang="en-US" altLang="ko-KR" sz="1500" kern="100" spc="200" dirty="0">
              <a:solidFill>
                <a:srgbClr val="404040"/>
              </a:solidFill>
              <a:latin typeface="+mn-ea"/>
              <a:cs typeface="Arial"/>
            </a:endParaRPr>
          </a:p>
          <a:p>
            <a:pPr lvl="0">
              <a:spcBef>
                <a:spcPts val="45"/>
              </a:spcBef>
              <a:defRPr/>
            </a:pPr>
            <a:r>
              <a:rPr lang="ko-KR" altLang="en-US" sz="1500" b="1" kern="100" spc="200" dirty="0">
                <a:solidFill>
                  <a:srgbClr val="404040"/>
                </a:solidFill>
                <a:latin typeface="+mn-ea"/>
                <a:cs typeface="Arial"/>
              </a:rPr>
              <a:t>핸드폰</a:t>
            </a:r>
            <a:r>
              <a:rPr lang="en-US" altLang="ko-KR" sz="1500" b="1" kern="100" spc="200" dirty="0">
                <a:solidFill>
                  <a:srgbClr val="FF6A00"/>
                </a:solidFill>
                <a:latin typeface="+mn-ea"/>
                <a:cs typeface="Arial"/>
              </a:rPr>
              <a:t>     </a:t>
            </a:r>
            <a:r>
              <a:rPr lang="en-US" altLang="ko-KR" sz="1500" kern="100" spc="200" dirty="0">
                <a:solidFill>
                  <a:srgbClr val="404040"/>
                </a:solidFill>
                <a:latin typeface="+mn-ea"/>
                <a:cs typeface="Arial"/>
              </a:rPr>
              <a:t>010-8061-7793</a:t>
            </a:r>
          </a:p>
          <a:p>
            <a:pPr lvl="0">
              <a:spcBef>
                <a:spcPts val="45"/>
              </a:spcBef>
              <a:defRPr/>
            </a:pPr>
            <a:r>
              <a:rPr lang="en-US" altLang="ko-KR" sz="1400" b="1" kern="100" spc="200" dirty="0">
                <a:solidFill>
                  <a:srgbClr val="404040"/>
                </a:solidFill>
                <a:latin typeface="+mn-ea"/>
                <a:cs typeface="Arial"/>
              </a:rPr>
              <a:t>FAX</a:t>
            </a:r>
            <a:r>
              <a:rPr lang="ko-KR" altLang="en-US" sz="1400" kern="100" spc="200" dirty="0">
                <a:solidFill>
                  <a:srgbClr val="404040"/>
                </a:solidFill>
                <a:latin typeface="+mn-ea"/>
                <a:cs typeface="Arial"/>
              </a:rPr>
              <a:t> </a:t>
            </a:r>
            <a:r>
              <a:rPr lang="ko-KR" altLang="en-US" sz="1400" b="1" kern="100" spc="200" dirty="0">
                <a:solidFill>
                  <a:srgbClr val="FF6A00"/>
                </a:solidFill>
                <a:latin typeface="+mn-ea"/>
                <a:cs typeface="Arial"/>
              </a:rPr>
              <a:t>    </a:t>
            </a:r>
            <a:r>
              <a:rPr lang="en-US" altLang="ko-KR" sz="1400" b="1" kern="100" spc="200" dirty="0">
                <a:solidFill>
                  <a:srgbClr val="FF6A00"/>
                </a:solidFill>
                <a:latin typeface="+mn-ea"/>
                <a:cs typeface="Arial"/>
              </a:rPr>
              <a:t>   </a:t>
            </a:r>
            <a:r>
              <a:rPr sz="1600" kern="100" spc="200" dirty="0">
                <a:solidFill>
                  <a:srgbClr val="666666"/>
                </a:solidFill>
                <a:latin typeface="+mn-ea"/>
                <a:cs typeface="Arial"/>
              </a:rPr>
              <a:t>031-8042-2417</a:t>
            </a:r>
          </a:p>
          <a:p>
            <a:pPr lvl="0">
              <a:spcBef>
                <a:spcPts val="45"/>
              </a:spcBef>
              <a:defRPr/>
            </a:pPr>
            <a:r>
              <a:rPr lang="en-US" altLang="ko-KR" sz="1600" b="1" kern="2100" spc="300" dirty="0">
                <a:solidFill>
                  <a:srgbClr val="0D0D0D"/>
                </a:solidFill>
                <a:latin typeface="+mn-ea"/>
                <a:cs typeface="Arial"/>
              </a:rPr>
              <a:t>Email</a:t>
            </a:r>
            <a:r>
              <a:rPr lang="en-US" altLang="ko-KR" sz="1600" b="1" kern="2100" spc="300" dirty="0">
                <a:solidFill>
                  <a:srgbClr val="666666"/>
                </a:solidFill>
                <a:latin typeface="+mn-ea"/>
                <a:cs typeface="Arial"/>
              </a:rPr>
              <a:t>    </a:t>
            </a:r>
            <a:r>
              <a:rPr lang="en-US" altLang="ko-KR" sz="1600" kern="2100" spc="300" dirty="0">
                <a:solidFill>
                  <a:srgbClr val="666666"/>
                </a:solidFill>
                <a:latin typeface="+mn-ea"/>
                <a:cs typeface="Arial"/>
              </a:rPr>
              <a:t>insighteye01@naver.com</a:t>
            </a:r>
          </a:p>
          <a:p>
            <a:pPr lvl="0">
              <a:spcBef>
                <a:spcPts val="45"/>
              </a:spcBef>
              <a:defRPr/>
            </a:pPr>
            <a:endParaRPr sz="1600" b="1" kern="2100" spc="300" dirty="0">
              <a:solidFill>
                <a:srgbClr val="666666"/>
              </a:solidFill>
              <a:latin typeface="+mn-ea"/>
              <a:cs typeface="Arial"/>
            </a:endParaRPr>
          </a:p>
          <a:p>
            <a:pPr lvl="0">
              <a:spcBef>
                <a:spcPts val="45"/>
              </a:spcBef>
              <a:defRPr/>
            </a:pPr>
            <a:endParaRPr sz="1600" b="1" kern="2100" spc="300" dirty="0">
              <a:solidFill>
                <a:srgbClr val="666666"/>
              </a:solidFill>
              <a:latin typeface="+mn-ea"/>
              <a:cs typeface="Arial"/>
            </a:endParaRPr>
          </a:p>
          <a:p>
            <a:pPr marR="3810" lvl="0" algn="ctr">
              <a:lnSpc>
                <a:spcPct val="100000"/>
              </a:lnSpc>
              <a:spcBef>
                <a:spcPts val="880"/>
              </a:spcBef>
              <a:defRPr/>
            </a:pPr>
            <a:endParaRPr sz="1500" b="1" spc="-60" dirty="0">
              <a:solidFill>
                <a:srgbClr val="333333"/>
              </a:solidFill>
              <a:latin typeface="+mn-ea"/>
              <a:cs typeface="Arial"/>
            </a:endParaRPr>
          </a:p>
          <a:p>
            <a:pPr marR="3810" lvl="0" algn="ctr">
              <a:lnSpc>
                <a:spcPct val="100000"/>
              </a:lnSpc>
              <a:spcBef>
                <a:spcPts val="880"/>
              </a:spcBef>
              <a:defRPr/>
            </a:pPr>
            <a:r>
              <a:rPr sz="1500" b="1" spc="-60" dirty="0">
                <a:solidFill>
                  <a:srgbClr val="333333"/>
                </a:solidFill>
                <a:latin typeface="+mn-ea"/>
                <a:cs typeface="Arial"/>
              </a:rPr>
              <a:t>ADDRESS</a:t>
            </a:r>
          </a:p>
          <a:p>
            <a:pPr marL="146685" marR="150495" lvl="0" algn="ctr">
              <a:lnSpc>
                <a:spcPct val="112999"/>
              </a:lnSpc>
              <a:spcBef>
                <a:spcPts val="400"/>
              </a:spcBef>
              <a:defRPr/>
            </a:pPr>
            <a:r>
              <a:rPr lang="en-US" sz="1400" spc="-100" dirty="0">
                <a:solidFill>
                  <a:srgbClr val="545454"/>
                </a:solidFill>
                <a:latin typeface="+mn-ea"/>
                <a:cs typeface="문체부 훈민정음체"/>
              </a:rPr>
              <a:t>(</a:t>
            </a:r>
            <a:r>
              <a:rPr sz="1400" spc="-100" dirty="0" err="1">
                <a:solidFill>
                  <a:srgbClr val="545454"/>
                </a:solidFill>
                <a:latin typeface="+mn-ea"/>
                <a:cs typeface="문체부 훈민정음체"/>
              </a:rPr>
              <a:t>본사</a:t>
            </a:r>
            <a:r>
              <a:rPr sz="1400" spc="-32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lang="en-US" sz="1400" spc="-320" dirty="0">
                <a:solidFill>
                  <a:srgbClr val="545454"/>
                </a:solidFill>
                <a:latin typeface="+mn-ea"/>
                <a:cs typeface="문체부 훈민정음체"/>
              </a:rPr>
              <a:t> )          </a:t>
            </a:r>
            <a:r>
              <a:rPr sz="1400" spc="-100" dirty="0" err="1">
                <a:solidFill>
                  <a:srgbClr val="545454"/>
                </a:solidFill>
                <a:latin typeface="+mn-ea"/>
                <a:cs typeface="문체부 훈민정음체"/>
              </a:rPr>
              <a:t>경기</a:t>
            </a:r>
            <a:r>
              <a:rPr lang="en-US" sz="1400" spc="-10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sz="1400" spc="-32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lang="en-US" sz="1400" spc="-32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lang="ko-KR" altLang="en-US" sz="1400" spc="-100" dirty="0">
                <a:solidFill>
                  <a:srgbClr val="545454"/>
                </a:solidFill>
                <a:latin typeface="+mn-ea"/>
                <a:cs typeface="문체부 훈민정음체"/>
              </a:rPr>
              <a:t>시</a:t>
            </a:r>
            <a:r>
              <a:rPr sz="1400" spc="-100" dirty="0" err="1">
                <a:solidFill>
                  <a:srgbClr val="545454"/>
                </a:solidFill>
                <a:latin typeface="+mn-ea"/>
                <a:cs typeface="문체부 훈민정음체"/>
              </a:rPr>
              <a:t>흥시</a:t>
            </a:r>
            <a:r>
              <a:rPr lang="en-US" sz="1400" spc="-10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sz="1400" spc="-32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sz="1400" spc="-100" dirty="0" err="1">
                <a:solidFill>
                  <a:srgbClr val="545454"/>
                </a:solidFill>
                <a:latin typeface="+mn-ea"/>
                <a:cs typeface="문체부 훈민정음체"/>
              </a:rPr>
              <a:t>서울</a:t>
            </a:r>
            <a:r>
              <a:rPr lang="en-US" sz="1400" spc="-10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sz="1400" spc="-100" dirty="0" err="1">
                <a:solidFill>
                  <a:srgbClr val="545454"/>
                </a:solidFill>
                <a:latin typeface="+mn-ea"/>
                <a:cs typeface="문체부 훈민정음체"/>
              </a:rPr>
              <a:t>대학로</a:t>
            </a:r>
            <a:r>
              <a:rPr lang="en-US" sz="1400" spc="-10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sz="1400" spc="-32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sz="1600" spc="-95" dirty="0">
                <a:solidFill>
                  <a:srgbClr val="545454"/>
                </a:solidFill>
                <a:latin typeface="+mn-ea"/>
                <a:cs typeface="Arial"/>
              </a:rPr>
              <a:t>59-20  </a:t>
            </a:r>
            <a:r>
              <a:rPr sz="1400" spc="-100" dirty="0" err="1">
                <a:solidFill>
                  <a:srgbClr val="545454"/>
                </a:solidFill>
                <a:latin typeface="+mn-ea"/>
                <a:cs typeface="문체부 훈민정음체"/>
              </a:rPr>
              <a:t>빌텍까뮤</a:t>
            </a:r>
            <a:r>
              <a:rPr lang="en-US" sz="1400" spc="-10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sz="1400" spc="-310" dirty="0">
                <a:solidFill>
                  <a:srgbClr val="545454"/>
                </a:solidFill>
                <a:latin typeface="+mn-ea"/>
                <a:cs typeface="문체부 훈민정음체"/>
              </a:rPr>
              <a:t> </a:t>
            </a:r>
            <a:r>
              <a:rPr sz="1600" spc="-104" dirty="0">
                <a:solidFill>
                  <a:srgbClr val="545454"/>
                </a:solidFill>
                <a:latin typeface="+mn-ea"/>
                <a:cs typeface="Arial"/>
              </a:rPr>
              <a:t>941</a:t>
            </a:r>
          </a:p>
          <a:p>
            <a:pPr marR="3810" lvl="0" algn="ctr">
              <a:lnSpc>
                <a:spcPct val="100000"/>
              </a:lnSpc>
              <a:spcBef>
                <a:spcPts val="880"/>
              </a:spcBef>
              <a:defRPr/>
            </a:pPr>
            <a:r>
              <a:rPr sz="1500" b="1" spc="-35" dirty="0">
                <a:solidFill>
                  <a:srgbClr val="333333"/>
                </a:solidFill>
                <a:latin typeface="+mn-ea"/>
                <a:cs typeface="Arial"/>
              </a:rPr>
              <a:t>WEBSITE</a:t>
            </a:r>
          </a:p>
          <a:p>
            <a:pPr marR="4445" lvl="0" algn="ctr">
              <a:lnSpc>
                <a:spcPct val="100000"/>
              </a:lnSpc>
              <a:spcBef>
                <a:spcPts val="650"/>
              </a:spcBef>
              <a:defRPr/>
            </a:pPr>
            <a:r>
              <a:rPr sz="1600" spc="-25" dirty="0">
                <a:solidFill>
                  <a:srgbClr val="545454"/>
                </a:solidFill>
                <a:latin typeface="+mn-ea"/>
                <a:cs typeface="Arial"/>
              </a:rPr>
              <a:t>https://insighteye.co.kr</a:t>
            </a:r>
            <a:endParaRPr sz="1600" dirty="0">
              <a:latin typeface="+mn-ea"/>
              <a:cs typeface="Arial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A5F9EABD-8375-1328-ACA1-90BBF88F09D9}"/>
              </a:ext>
            </a:extLst>
          </p:cNvPr>
          <p:cNvSpPr/>
          <p:nvPr/>
        </p:nvSpPr>
        <p:spPr>
          <a:xfrm>
            <a:off x="4400123" y="7127792"/>
            <a:ext cx="1198880" cy="0"/>
          </a:xfrm>
          <a:custGeom>
            <a:avLst/>
            <a:gdLst/>
            <a:ahLst/>
            <a:cxnLst/>
            <a:rect l="l" t="t" r="r" b="b"/>
            <a:pathLst>
              <a:path w="1198879">
                <a:moveTo>
                  <a:pt x="0" y="0"/>
                </a:moveTo>
                <a:lnTo>
                  <a:pt x="1198874" y="0"/>
                </a:lnTo>
              </a:path>
            </a:pathLst>
          </a:custGeom>
          <a:ln w="35954">
            <a:solidFill>
              <a:srgbClr val="FF6A00"/>
            </a:solidFill>
          </a:ln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F98F43D4-14FA-B630-DFC7-E856DAF84BC4}"/>
              </a:ext>
            </a:extLst>
          </p:cNvPr>
          <p:cNvSpPr/>
          <p:nvPr/>
        </p:nvSpPr>
        <p:spPr>
          <a:xfrm>
            <a:off x="4392655" y="12334535"/>
            <a:ext cx="1198880" cy="0"/>
          </a:xfrm>
          <a:custGeom>
            <a:avLst/>
            <a:gdLst/>
            <a:ahLst/>
            <a:cxnLst/>
            <a:rect l="l" t="t" r="r" b="b"/>
            <a:pathLst>
              <a:path w="1198879">
                <a:moveTo>
                  <a:pt x="0" y="0"/>
                </a:moveTo>
                <a:lnTo>
                  <a:pt x="1198874" y="0"/>
                </a:lnTo>
              </a:path>
            </a:pathLst>
          </a:custGeom>
          <a:ln w="35954">
            <a:solidFill>
              <a:srgbClr val="FF6A00"/>
            </a:solidFill>
          </a:ln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>
              <a:latin typeface="+mn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242F605-7E0F-4174-02E4-B8143AF052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214105" y="5256782"/>
            <a:ext cx="1570916" cy="2090292"/>
          </a:xfrm>
          <a:prstGeom prst="rect">
            <a:avLst/>
          </a:prstGeom>
        </p:spPr>
      </p:pic>
      <p:sp>
        <p:nvSpPr>
          <p:cNvPr id="17" name="object 5">
            <a:extLst>
              <a:ext uri="{FF2B5EF4-FFF2-40B4-BE49-F238E27FC236}">
                <a16:creationId xmlns:a16="http://schemas.microsoft.com/office/drawing/2014/main" id="{99E26757-FF97-E3DD-6EC5-3BEF9A0EAC93}"/>
              </a:ext>
            </a:extLst>
          </p:cNvPr>
          <p:cNvSpPr/>
          <p:nvPr/>
        </p:nvSpPr>
        <p:spPr>
          <a:xfrm>
            <a:off x="2498636" y="10118046"/>
            <a:ext cx="5443220" cy="0"/>
          </a:xfrm>
          <a:custGeom>
            <a:avLst/>
            <a:gdLst/>
            <a:ahLst/>
            <a:cxnLst/>
            <a:rect l="l" t="t" r="r" b="b"/>
            <a:pathLst>
              <a:path w="5443220">
                <a:moveTo>
                  <a:pt x="0" y="0"/>
                </a:moveTo>
                <a:lnTo>
                  <a:pt x="5442890" y="0"/>
                </a:lnTo>
              </a:path>
            </a:pathLst>
          </a:custGeom>
          <a:ln w="11984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F27AD77F-5812-AB94-1D30-F5986B7F888A}"/>
              </a:ext>
            </a:extLst>
          </p:cNvPr>
          <p:cNvSpPr/>
          <p:nvPr/>
        </p:nvSpPr>
        <p:spPr>
          <a:xfrm>
            <a:off x="1316587" y="3605131"/>
            <a:ext cx="7450626" cy="1358857"/>
          </a:xfrm>
          <a:custGeom>
            <a:avLst/>
            <a:gdLst/>
            <a:ahLst/>
            <a:cxnLst/>
            <a:rect l="l" t="t" r="r" b="b"/>
            <a:pathLst>
              <a:path w="6408420" h="1164589">
                <a:moveTo>
                  <a:pt x="6369900" y="1164590"/>
                </a:moveTo>
                <a:lnTo>
                  <a:pt x="38100" y="1164590"/>
                </a:lnTo>
                <a:lnTo>
                  <a:pt x="23306" y="1161583"/>
                </a:lnTo>
                <a:lnTo>
                  <a:pt x="11191" y="1153398"/>
                </a:lnTo>
                <a:lnTo>
                  <a:pt x="3006" y="1141283"/>
                </a:lnTo>
                <a:lnTo>
                  <a:pt x="0" y="112649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6369900" y="0"/>
                </a:lnTo>
                <a:lnTo>
                  <a:pt x="6384693" y="3006"/>
                </a:lnTo>
                <a:lnTo>
                  <a:pt x="6396808" y="11191"/>
                </a:lnTo>
                <a:lnTo>
                  <a:pt x="6404993" y="23306"/>
                </a:lnTo>
                <a:lnTo>
                  <a:pt x="6408000" y="38100"/>
                </a:lnTo>
                <a:lnTo>
                  <a:pt x="6408000" y="1126490"/>
                </a:lnTo>
                <a:lnTo>
                  <a:pt x="6404993" y="1141283"/>
                </a:lnTo>
                <a:lnTo>
                  <a:pt x="6396808" y="1153398"/>
                </a:lnTo>
                <a:lnTo>
                  <a:pt x="6384693" y="1161583"/>
                </a:lnTo>
                <a:lnTo>
                  <a:pt x="6369900" y="1164590"/>
                </a:lnTo>
                <a:close/>
              </a:path>
            </a:pathLst>
          </a:custGeom>
          <a:solidFill>
            <a:srgbClr val="1A365D"/>
          </a:solidFill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4BE4B204-A278-AD71-5F13-51DE1ED63DFF}"/>
              </a:ext>
            </a:extLst>
          </p:cNvPr>
          <p:cNvSpPr txBox="1"/>
          <p:nvPr/>
        </p:nvSpPr>
        <p:spPr>
          <a:xfrm>
            <a:off x="2053300" y="3638662"/>
            <a:ext cx="5977199" cy="118423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 algn="ctr">
              <a:lnSpc>
                <a:spcPct val="150000"/>
              </a:lnSpc>
              <a:spcBef>
                <a:spcPts val="100"/>
              </a:spcBef>
              <a:defRPr/>
            </a:pPr>
            <a:r>
              <a:rPr lang="ko-KR" altLang="en-US" sz="2000" b="1" spc="-155" dirty="0">
                <a:solidFill>
                  <a:srgbClr val="FFFFFF"/>
                </a:solidFill>
                <a:latin typeface="+mn-ea"/>
                <a:cs typeface="함초롬돋움"/>
              </a:rPr>
              <a:t>입주를 축하 드립니다</a:t>
            </a:r>
            <a:r>
              <a:rPr lang="en-US" altLang="ko-KR" sz="2000" b="1" spc="-155" dirty="0">
                <a:solidFill>
                  <a:srgbClr val="FFFFFF"/>
                </a:solidFill>
                <a:latin typeface="+mn-ea"/>
                <a:cs typeface="함초롬돋움"/>
              </a:rPr>
              <a:t>.</a:t>
            </a:r>
          </a:p>
          <a:p>
            <a:pPr marL="12700" lvl="0" algn="ctr">
              <a:lnSpc>
                <a:spcPct val="150000"/>
              </a:lnSpc>
              <a:spcBef>
                <a:spcPts val="100"/>
              </a:spcBef>
              <a:defRPr/>
            </a:pPr>
            <a:r>
              <a:rPr lang="ko-KR" altLang="en-US" sz="1050" dirty="0">
                <a:solidFill>
                  <a:schemeClr val="bg2"/>
                </a:solidFill>
                <a:latin typeface="+mn-ea"/>
              </a:rPr>
              <a:t>잠시 머무는 공간마다 정성과 책임을 다해 점검하고 있습니다</a:t>
            </a:r>
            <a:r>
              <a:rPr lang="en-US" altLang="ko-KR" sz="1050" dirty="0">
                <a:solidFill>
                  <a:schemeClr val="bg2"/>
                </a:solidFill>
                <a:latin typeface="+mn-ea"/>
              </a:rPr>
              <a:t>.</a:t>
            </a:r>
            <a:br>
              <a:rPr lang="en-US" altLang="ko-KR" sz="1050" dirty="0">
                <a:solidFill>
                  <a:schemeClr val="bg2"/>
                </a:solidFill>
                <a:latin typeface="+mn-ea"/>
              </a:rPr>
            </a:br>
            <a:r>
              <a:rPr lang="ko-KR" altLang="en-US" sz="1050" dirty="0">
                <a:solidFill>
                  <a:schemeClr val="bg2"/>
                </a:solidFill>
                <a:latin typeface="+mn-ea"/>
              </a:rPr>
              <a:t>규모보다 신뢰</a:t>
            </a:r>
            <a:r>
              <a:rPr lang="en-US" altLang="ko-KR" sz="1050" dirty="0">
                <a:solidFill>
                  <a:schemeClr val="bg2"/>
                </a:solidFill>
                <a:latin typeface="+mn-ea"/>
              </a:rPr>
              <a:t>, </a:t>
            </a:r>
            <a:r>
              <a:rPr lang="ko-KR" altLang="en-US" sz="1050" dirty="0">
                <a:solidFill>
                  <a:schemeClr val="bg2"/>
                </a:solidFill>
                <a:latin typeface="+mn-ea"/>
              </a:rPr>
              <a:t>속도보다 완성도</a:t>
            </a:r>
            <a:r>
              <a:rPr lang="en-US" altLang="ko-KR" sz="1050" dirty="0">
                <a:solidFill>
                  <a:schemeClr val="bg2"/>
                </a:solidFill>
                <a:latin typeface="+mn-ea"/>
              </a:rPr>
              <a:t>,</a:t>
            </a:r>
            <a:br>
              <a:rPr lang="en-US" altLang="ko-KR" sz="1050" dirty="0">
                <a:solidFill>
                  <a:schemeClr val="bg2"/>
                </a:solidFill>
                <a:latin typeface="+mn-ea"/>
              </a:rPr>
            </a:br>
            <a:r>
              <a:rPr lang="ko-KR" altLang="en-US" sz="1050" dirty="0">
                <a:solidFill>
                  <a:schemeClr val="bg2"/>
                </a:solidFill>
                <a:latin typeface="+mn-ea"/>
              </a:rPr>
              <a:t>고객이 안심할 수 있는 공간의 시작을 함께 만드는 파트너가 되겠습니다</a:t>
            </a:r>
            <a:r>
              <a:rPr lang="en-US" altLang="ko-KR" sz="1050" dirty="0">
                <a:solidFill>
                  <a:schemeClr val="bg2"/>
                </a:solidFill>
                <a:latin typeface="+mn-ea"/>
              </a:rPr>
              <a:t>.</a:t>
            </a:r>
            <a:endParaRPr lang="ko-KR" altLang="en-US" sz="1050" dirty="0">
              <a:solidFill>
                <a:schemeClr val="bg2"/>
              </a:solidFill>
              <a:latin typeface="+mn-ea"/>
              <a:cs typeface="함초롬돋움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8B2CF6F4-FF8D-1922-04DF-9B973B643788}"/>
              </a:ext>
            </a:extLst>
          </p:cNvPr>
          <p:cNvSpPr txBox="1"/>
          <p:nvPr/>
        </p:nvSpPr>
        <p:spPr>
          <a:xfrm>
            <a:off x="4138220" y="12906734"/>
            <a:ext cx="22479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i="0" u="none" strike="noStrike" spc="-100" dirty="0">
                <a:solidFill>
                  <a:srgbClr val="000000"/>
                </a:solidFill>
                <a:latin typeface="+mn-ea"/>
                <a:cs typeface="high1 Wonchuri Body B"/>
              </a:rPr>
              <a:t>(주)</a:t>
            </a:r>
            <a:r>
              <a:rPr lang="en-US" sz="2400" i="0" u="none" strike="noStrike" spc="-100" dirty="0" err="1">
                <a:solidFill>
                  <a:srgbClr val="000000"/>
                </a:solidFill>
                <a:latin typeface="+mn-ea"/>
                <a:cs typeface="high1 Wonchuri Body B"/>
              </a:rPr>
              <a:t>인싸이트아이</a:t>
            </a:r>
            <a:endParaRPr lang="en-US" sz="2400" i="0" u="none" strike="noStrike" spc="-100" dirty="0">
              <a:solidFill>
                <a:srgbClr val="000000"/>
              </a:solidFill>
              <a:latin typeface="+mn-ea"/>
              <a:cs typeface="high1 Wonchuri Body B"/>
            </a:endParaRPr>
          </a:p>
        </p:txBody>
      </p:sp>
      <p:pic>
        <p:nvPicPr>
          <p:cNvPr id="8" name="Picture 62">
            <a:extLst>
              <a:ext uri="{FF2B5EF4-FFF2-40B4-BE49-F238E27FC236}">
                <a16:creationId xmlns:a16="http://schemas.microsoft.com/office/drawing/2014/main" id="{CE72B7E4-A100-1B2F-A5AE-1BDE4A235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54848">
            <a:off x="3984898" y="12612791"/>
            <a:ext cx="9017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3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799</Words>
  <Application>Microsoft Office PowerPoint</Application>
  <PresentationFormat>사용자 지정</PresentationFormat>
  <Paragraphs>286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Wingdings</vt:lpstr>
      <vt:lpstr>Arial</vt:lpstr>
      <vt:lpstr>Calibri</vt:lpstr>
      <vt:lpstr>Noto Sans KR Black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hants</dc:creator>
  <cp:lastModifiedBy>한중식님(JS)/IP개선팀</cp:lastModifiedBy>
  <cp:revision>45</cp:revision>
  <dcterms:created xsi:type="dcterms:W3CDTF">2006-08-16T00:00:00Z</dcterms:created>
  <dcterms:modified xsi:type="dcterms:W3CDTF">2026-07-06T06:27:49Z</dcterms:modified>
  <cp:version>0906.0100.01</cp:version>
</cp:coreProperties>
</file>